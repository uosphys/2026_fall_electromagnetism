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3c91b6289e4d6c" /><Relationship Type="http://schemas.openxmlformats.org/officeDocument/2006/relationships/extended-properties" Target="/docProps/app.xml" Id="Rdedb737c74554f4a" /><Relationship Type="http://schemas.openxmlformats.org/officeDocument/2006/relationships/officeDocument" Target="/ppt/presentation.xml" Id="R88a72c85172d42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70b6e327f04fd6"/>
  </p:sldMasterIdLst>
  <p:notesMasterIdLst>
    <p:notesMasterId xmlns:r="http://schemas.openxmlformats.org/officeDocument/2006/relationships" r:id="R189e48ebf2e7459d"/>
  </p:notesMasterIdLst>
  <p:sldIdLst>
    <p:sldId xmlns:r="http://schemas.openxmlformats.org/officeDocument/2006/relationships" id="256" r:id="R67768cc7a25b46a8"/>
    <p:sldId xmlns:r="http://schemas.openxmlformats.org/officeDocument/2006/relationships" id="257" r:id="R1d1c6ce93a534c0c"/>
    <p:sldId xmlns:r="http://schemas.openxmlformats.org/officeDocument/2006/relationships" id="258" r:id="R673407350ef14451"/>
    <p:sldId xmlns:r="http://schemas.openxmlformats.org/officeDocument/2006/relationships" id="259" r:id="R4a3ab485de4c476d"/>
    <p:sldId xmlns:r="http://schemas.openxmlformats.org/officeDocument/2006/relationships" id="260" r:id="Rd693163ede1a4314"/>
    <p:sldId xmlns:r="http://schemas.openxmlformats.org/officeDocument/2006/relationships" id="261" r:id="R930735df95aa4958"/>
    <p:sldId xmlns:r="http://schemas.openxmlformats.org/officeDocument/2006/relationships" id="262" r:id="R97c54c05bd54457e"/>
    <p:sldId xmlns:r="http://schemas.openxmlformats.org/officeDocument/2006/relationships" id="263" r:id="Rf3f0bef4e451455d"/>
    <p:sldId xmlns:r="http://schemas.openxmlformats.org/officeDocument/2006/relationships" id="264" r:id="Rfbb6166de5af46cb"/>
    <p:sldId xmlns:r="http://schemas.openxmlformats.org/officeDocument/2006/relationships" id="265" r:id="R1d3b1e2822454179"/>
    <p:sldId xmlns:r="http://schemas.openxmlformats.org/officeDocument/2006/relationships" id="266" r:id="R815bdbdcbe064eac"/>
    <p:sldId xmlns:r="http://schemas.openxmlformats.org/officeDocument/2006/relationships" id="267" r:id="Rf81ad17c30b74775"/>
    <p:sldId xmlns:r="http://schemas.openxmlformats.org/officeDocument/2006/relationships" id="268" r:id="Ra36216e8181e4f9a"/>
    <p:sldId xmlns:r="http://schemas.openxmlformats.org/officeDocument/2006/relationships" id="269" r:id="R366decc8d7c54f7b"/>
    <p:sldId xmlns:r="http://schemas.openxmlformats.org/officeDocument/2006/relationships" id="270" r:id="Raff4c84763644b00"/>
    <p:sldId xmlns:r="http://schemas.openxmlformats.org/officeDocument/2006/relationships" id="271" r:id="Rf749ccf7764e4345"/>
    <p:sldId xmlns:r="http://schemas.openxmlformats.org/officeDocument/2006/relationships" id="272" r:id="Re21c9d78b3074f7a"/>
    <p:sldId xmlns:r="http://schemas.openxmlformats.org/officeDocument/2006/relationships" id="273" r:id="R8ec1ed1edea7403f"/>
    <p:sldId xmlns:r="http://schemas.openxmlformats.org/officeDocument/2006/relationships" id="274" r:id="Raefbf26f1b264e52"/>
    <p:sldId xmlns:r="http://schemas.openxmlformats.org/officeDocument/2006/relationships" id="275" r:id="Rb4ca63af3c1b42dc"/>
    <p:sldId xmlns:r="http://schemas.openxmlformats.org/officeDocument/2006/relationships" id="276" r:id="R17f98d0a338f4c84"/>
    <p:sldId xmlns:r="http://schemas.openxmlformats.org/officeDocument/2006/relationships" id="277" r:id="R60b1f4fa916f4ef1"/>
    <p:sldId xmlns:r="http://schemas.openxmlformats.org/officeDocument/2006/relationships" id="278" r:id="Rbc6fae9abd3c48f9"/>
    <p:sldId xmlns:r="http://schemas.openxmlformats.org/officeDocument/2006/relationships" id="279" r:id="Re61bb759ead64e43"/>
    <p:sldId xmlns:r="http://schemas.openxmlformats.org/officeDocument/2006/relationships" id="280" r:id="R803b055a1bba42b7"/>
    <p:sldId xmlns:r="http://schemas.openxmlformats.org/officeDocument/2006/relationships" id="281" r:id="R291091cf1f9845b1"/>
    <p:sldId xmlns:r="http://schemas.openxmlformats.org/officeDocument/2006/relationships" id="282" r:id="R02f54451b8b24d9b"/>
    <p:sldId xmlns:r="http://schemas.openxmlformats.org/officeDocument/2006/relationships" id="283" r:id="R52db2ec7ca5c4ee2"/>
    <p:sldId xmlns:r="http://schemas.openxmlformats.org/officeDocument/2006/relationships" id="284" r:id="Re8e370c42f794be0"/>
    <p:sldId xmlns:r="http://schemas.openxmlformats.org/officeDocument/2006/relationships" id="285" r:id="Rf63b121eabf945df"/>
    <p:sldId xmlns:r="http://schemas.openxmlformats.org/officeDocument/2006/relationships" id="286" r:id="Rb33ee03d8d6d4215"/>
    <p:sldId xmlns:r="http://schemas.openxmlformats.org/officeDocument/2006/relationships" id="287" r:id="R71b02f5152f343cc"/>
    <p:sldId xmlns:r="http://schemas.openxmlformats.org/officeDocument/2006/relationships" id="288" r:id="Reb1c5ec1a7104b46"/>
    <p:sldId xmlns:r="http://schemas.openxmlformats.org/officeDocument/2006/relationships" id="289" r:id="Rda0765857d42441d"/>
    <p:sldId xmlns:r="http://schemas.openxmlformats.org/officeDocument/2006/relationships" id="290" r:id="R683ccc4ca882402c"/>
    <p:sldId xmlns:r="http://schemas.openxmlformats.org/officeDocument/2006/relationships" id="291" r:id="Rf4ac973c047348a8"/>
    <p:sldId xmlns:r="http://schemas.openxmlformats.org/officeDocument/2006/relationships" id="292" r:id="R57995ec038244086"/>
    <p:sldId xmlns:r="http://schemas.openxmlformats.org/officeDocument/2006/relationships" id="293" r:id="R2ae06e4c3aab466a"/>
    <p:sldId xmlns:r="http://schemas.openxmlformats.org/officeDocument/2006/relationships" id="294" r:id="R4087a3c4f25a4e05"/>
    <p:sldId xmlns:r="http://schemas.openxmlformats.org/officeDocument/2006/relationships" id="295" r:id="R5e78d713bc4c4db3"/>
    <p:sldId xmlns:r="http://schemas.openxmlformats.org/officeDocument/2006/relationships" id="296" r:id="R565bb08a984a4f19"/>
    <p:sldId xmlns:r="http://schemas.openxmlformats.org/officeDocument/2006/relationships" id="297" r:id="Rc4affd7b0fdc4983"/>
    <p:sldId xmlns:r="http://schemas.openxmlformats.org/officeDocument/2006/relationships" id="298" r:id="Rf3a1fd4733b94db6"/>
    <p:sldId xmlns:r="http://schemas.openxmlformats.org/officeDocument/2006/relationships" id="299" r:id="R196a0030ae8545db"/>
    <p:sldId xmlns:r="http://schemas.openxmlformats.org/officeDocument/2006/relationships" id="300" r:id="Rb498a07cf6824aaf"/>
    <p:sldId xmlns:r="http://schemas.openxmlformats.org/officeDocument/2006/relationships" id="301" r:id="R218f77469f2d42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321138d16247d2" /><Relationship Type="http://schemas.openxmlformats.org/officeDocument/2006/relationships/slideMaster" Target="/ppt/slideMasters/slideMaster1.xml" Id="Rc270b6e327f04fd6" /><Relationship Type="http://schemas.openxmlformats.org/officeDocument/2006/relationships/notesMaster" Target="/ppt/notesMasters/notesMaster1.xml" Id="R189e48ebf2e7459d" /><Relationship Type="http://schemas.openxmlformats.org/officeDocument/2006/relationships/presProps" Target="/ppt/presProps.xml" Id="Rd9c31781b52543ef" /><Relationship Type="http://schemas.openxmlformats.org/officeDocument/2006/relationships/tableStyles" Target="/ppt/tableStyles.xml" Id="R7bf4db8d72464f49" /><Relationship Type="http://schemas.openxmlformats.org/officeDocument/2006/relationships/slide" Target="/ppt/slides/slide1.xml" Id="R67768cc7a25b46a8" /><Relationship Type="http://schemas.openxmlformats.org/officeDocument/2006/relationships/slide" Target="/ppt/slides/slide2.xml" Id="R1d1c6ce93a534c0c" /><Relationship Type="http://schemas.openxmlformats.org/officeDocument/2006/relationships/slide" Target="/ppt/slides/slide3.xml" Id="R673407350ef14451" /><Relationship Type="http://schemas.openxmlformats.org/officeDocument/2006/relationships/slide" Target="/ppt/slides/slide4.xml" Id="R4a3ab485de4c476d" /><Relationship Type="http://schemas.openxmlformats.org/officeDocument/2006/relationships/slide" Target="/ppt/slides/slide5.xml" Id="Rd693163ede1a4314" /><Relationship Type="http://schemas.openxmlformats.org/officeDocument/2006/relationships/slide" Target="/ppt/slides/slide6.xml" Id="R930735df95aa4958" /><Relationship Type="http://schemas.openxmlformats.org/officeDocument/2006/relationships/slide" Target="/ppt/slides/slide7.xml" Id="R97c54c05bd54457e" /><Relationship Type="http://schemas.openxmlformats.org/officeDocument/2006/relationships/slide" Target="/ppt/slides/slide8.xml" Id="Rf3f0bef4e451455d" /><Relationship Type="http://schemas.openxmlformats.org/officeDocument/2006/relationships/slide" Target="/ppt/slides/slide9.xml" Id="Rfbb6166de5af46cb" /><Relationship Type="http://schemas.openxmlformats.org/officeDocument/2006/relationships/slide" Target="/ppt/slides/slide10.xml" Id="R1d3b1e2822454179" /><Relationship Type="http://schemas.openxmlformats.org/officeDocument/2006/relationships/slide" Target="/ppt/slides/slide11.xml" Id="R815bdbdcbe064eac" /><Relationship Type="http://schemas.openxmlformats.org/officeDocument/2006/relationships/slide" Target="/ppt/slides/slide12.xml" Id="Rf81ad17c30b74775" /><Relationship Type="http://schemas.openxmlformats.org/officeDocument/2006/relationships/slide" Target="/ppt/slides/slide13.xml" Id="Ra36216e8181e4f9a" /><Relationship Type="http://schemas.openxmlformats.org/officeDocument/2006/relationships/slide" Target="/ppt/slides/slide14.xml" Id="R366decc8d7c54f7b" /><Relationship Type="http://schemas.openxmlformats.org/officeDocument/2006/relationships/slide" Target="/ppt/slides/slide15.xml" Id="Raff4c84763644b00" /><Relationship Type="http://schemas.openxmlformats.org/officeDocument/2006/relationships/slide" Target="/ppt/slides/slide16.xml" Id="Rf749ccf7764e4345" /><Relationship Type="http://schemas.openxmlformats.org/officeDocument/2006/relationships/slide" Target="/ppt/slides/slide17.xml" Id="Re21c9d78b3074f7a" /><Relationship Type="http://schemas.openxmlformats.org/officeDocument/2006/relationships/slide" Target="/ppt/slides/slide18.xml" Id="R8ec1ed1edea7403f" /><Relationship Type="http://schemas.openxmlformats.org/officeDocument/2006/relationships/slide" Target="/ppt/slides/slide19.xml" Id="Raefbf26f1b264e52" /><Relationship Type="http://schemas.openxmlformats.org/officeDocument/2006/relationships/slide" Target="/ppt/slides/slide20.xml" Id="Rb4ca63af3c1b42dc" /><Relationship Type="http://schemas.openxmlformats.org/officeDocument/2006/relationships/slide" Target="/ppt/slides/slide21.xml" Id="R17f98d0a338f4c84" /><Relationship Type="http://schemas.openxmlformats.org/officeDocument/2006/relationships/slide" Target="/ppt/slides/slide22.xml" Id="R60b1f4fa916f4ef1" /><Relationship Type="http://schemas.openxmlformats.org/officeDocument/2006/relationships/slide" Target="/ppt/slides/slide23.xml" Id="Rbc6fae9abd3c48f9" /><Relationship Type="http://schemas.openxmlformats.org/officeDocument/2006/relationships/slide" Target="/ppt/slides/slide24.xml" Id="Re61bb759ead64e43" /><Relationship Type="http://schemas.openxmlformats.org/officeDocument/2006/relationships/slide" Target="/ppt/slides/slide25.xml" Id="R803b055a1bba42b7" /><Relationship Type="http://schemas.openxmlformats.org/officeDocument/2006/relationships/slide" Target="/ppt/slides/slide26.xml" Id="R291091cf1f9845b1" /><Relationship Type="http://schemas.openxmlformats.org/officeDocument/2006/relationships/slide" Target="/ppt/slides/slide27.xml" Id="R02f54451b8b24d9b" /><Relationship Type="http://schemas.openxmlformats.org/officeDocument/2006/relationships/slide" Target="/ppt/slides/slide28.xml" Id="R52db2ec7ca5c4ee2" /><Relationship Type="http://schemas.openxmlformats.org/officeDocument/2006/relationships/slide" Target="/ppt/slides/slide29.xml" Id="Re8e370c42f794be0" /><Relationship Type="http://schemas.openxmlformats.org/officeDocument/2006/relationships/slide" Target="/ppt/slides/slide30.xml" Id="Rf63b121eabf945df" /><Relationship Type="http://schemas.openxmlformats.org/officeDocument/2006/relationships/slide" Target="/ppt/slides/slide31.xml" Id="Rb33ee03d8d6d4215" /><Relationship Type="http://schemas.openxmlformats.org/officeDocument/2006/relationships/slide" Target="/ppt/slides/slide32.xml" Id="R71b02f5152f343cc" /><Relationship Type="http://schemas.openxmlformats.org/officeDocument/2006/relationships/slide" Target="/ppt/slides/slide33.xml" Id="Reb1c5ec1a7104b46" /><Relationship Type="http://schemas.openxmlformats.org/officeDocument/2006/relationships/slide" Target="/ppt/slides/slide34.xml" Id="Rda0765857d42441d" /><Relationship Type="http://schemas.openxmlformats.org/officeDocument/2006/relationships/slide" Target="/ppt/slides/slide35.xml" Id="R683ccc4ca882402c" /><Relationship Type="http://schemas.openxmlformats.org/officeDocument/2006/relationships/slide" Target="/ppt/slides/slide36.xml" Id="Rf4ac973c047348a8" /><Relationship Type="http://schemas.openxmlformats.org/officeDocument/2006/relationships/slide" Target="/ppt/slides/slide37.xml" Id="R57995ec038244086" /><Relationship Type="http://schemas.openxmlformats.org/officeDocument/2006/relationships/slide" Target="/ppt/slides/slide38.xml" Id="R2ae06e4c3aab466a" /><Relationship Type="http://schemas.openxmlformats.org/officeDocument/2006/relationships/slide" Target="/ppt/slides/slide39.xml" Id="R4087a3c4f25a4e05" /><Relationship Type="http://schemas.openxmlformats.org/officeDocument/2006/relationships/slide" Target="/ppt/slides/slide40.xml" Id="R5e78d713bc4c4db3" /><Relationship Type="http://schemas.openxmlformats.org/officeDocument/2006/relationships/slide" Target="/ppt/slides/slide41.xml" Id="R565bb08a984a4f19" /><Relationship Type="http://schemas.openxmlformats.org/officeDocument/2006/relationships/slide" Target="/ppt/slides/slide42.xml" Id="Rc4affd7b0fdc4983" /><Relationship Type="http://schemas.openxmlformats.org/officeDocument/2006/relationships/slide" Target="/ppt/slides/slide43.xml" Id="Rf3a1fd4733b94db6" /><Relationship Type="http://schemas.openxmlformats.org/officeDocument/2006/relationships/slide" Target="/ppt/slides/slide44.xml" Id="R196a0030ae8545db" /><Relationship Type="http://schemas.openxmlformats.org/officeDocument/2006/relationships/slide" Target="/ppt/slides/slide45.xml" Id="Rb498a07cf6824aaf" /><Relationship Type="http://schemas.openxmlformats.org/officeDocument/2006/relationships/slide" Target="/ppt/slides/slide46.xml" Id="R218f77469f2d42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469144cb7f41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eb4b8e69cb4f6c" /><Relationship Type="http://schemas.openxmlformats.org/officeDocument/2006/relationships/notesMaster" Target="/ppt/notesMasters/notesMaster1.xml" Id="R2e4fcdd03a8d41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6b7a698b164e57" /><Relationship Type="http://schemas.openxmlformats.org/officeDocument/2006/relationships/notesMaster" Target="/ppt/notesMasters/notesMaster1.xml" Id="Rf9c7dac4fdd548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1ca3a48c86468a" /><Relationship Type="http://schemas.openxmlformats.org/officeDocument/2006/relationships/notesMaster" Target="/ppt/notesMasters/notesMaster1.xml" Id="Rb71968a672484d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a3eb6608a44e50" /><Relationship Type="http://schemas.openxmlformats.org/officeDocument/2006/relationships/notesMaster" Target="/ppt/notesMasters/notesMaster1.xml" Id="R00d6d540a3694a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ee2ad78f4a4ad7" /><Relationship Type="http://schemas.openxmlformats.org/officeDocument/2006/relationships/notesMaster" Target="/ppt/notesMasters/notesMaster1.xml" Id="Ra6896c1e9a9e4d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e5314c95d64410" /><Relationship Type="http://schemas.openxmlformats.org/officeDocument/2006/relationships/notesMaster" Target="/ppt/notesMasters/notesMaster1.xml" Id="R8e0a0dc1ff5941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db5233c64e4b39" /><Relationship Type="http://schemas.openxmlformats.org/officeDocument/2006/relationships/notesMaster" Target="/ppt/notesMasters/notesMaster1.xml" Id="R23e76fb05bf646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1eca0264dd4ae9" /><Relationship Type="http://schemas.openxmlformats.org/officeDocument/2006/relationships/notesMaster" Target="/ppt/notesMasters/notesMaster1.xml" Id="R43673920bc4348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bb946822c040e0" /><Relationship Type="http://schemas.openxmlformats.org/officeDocument/2006/relationships/notesMaster" Target="/ppt/notesMasters/notesMaster1.xml" Id="R5c57bd03542245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042b77a7e447fa" /><Relationship Type="http://schemas.openxmlformats.org/officeDocument/2006/relationships/notesMaster" Target="/ppt/notesMasters/notesMaster1.xml" Id="R542e647aadb14f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27f5a4477f4dd8" /><Relationship Type="http://schemas.openxmlformats.org/officeDocument/2006/relationships/notesMaster" Target="/ppt/notesMasters/notesMaster1.xml" Id="R1da98ad297cd4a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c3ea0889554718" /><Relationship Type="http://schemas.openxmlformats.org/officeDocument/2006/relationships/notesMaster" Target="/ppt/notesMasters/notesMaster1.xml" Id="R930d722f6c1445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c812322db1442f" /><Relationship Type="http://schemas.openxmlformats.org/officeDocument/2006/relationships/notesMaster" Target="/ppt/notesMasters/notesMaster1.xml" Id="Raf1caf3e3a2541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bec67a0a87489a" /><Relationship Type="http://schemas.openxmlformats.org/officeDocument/2006/relationships/notesMaster" Target="/ppt/notesMasters/notesMaster1.xml" Id="R969989a8a2324e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de0521b3aa4faf" /><Relationship Type="http://schemas.openxmlformats.org/officeDocument/2006/relationships/notesMaster" Target="/ppt/notesMasters/notesMaster1.xml" Id="R7117812cf17f42d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7e69c75e3a14743" /><Relationship Type="http://schemas.openxmlformats.org/officeDocument/2006/relationships/notesMaster" Target="/ppt/notesMasters/notesMaster1.xml" Id="Rb549a06ca1cc4e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8cec8319ee4796" /><Relationship Type="http://schemas.openxmlformats.org/officeDocument/2006/relationships/notesMaster" Target="/ppt/notesMasters/notesMaster1.xml" Id="R14cf100a22064be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e4ad85d4844bad" /><Relationship Type="http://schemas.openxmlformats.org/officeDocument/2006/relationships/notesMaster" Target="/ppt/notesMasters/notesMaster1.xml" Id="R716e5fd1fe304a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4db7372a8743fe" /><Relationship Type="http://schemas.openxmlformats.org/officeDocument/2006/relationships/notesMaster" Target="/ppt/notesMasters/notesMaster1.xml" Id="Rff1e48a46c76449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08e3e85e0d4a13" /><Relationship Type="http://schemas.openxmlformats.org/officeDocument/2006/relationships/notesMaster" Target="/ppt/notesMasters/notesMaster1.xml" Id="Raaacdb5d7235498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964d318b1264aad" /><Relationship Type="http://schemas.openxmlformats.org/officeDocument/2006/relationships/notesMaster" Target="/ppt/notesMasters/notesMaster1.xml" Id="R174b916d7550442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5e88234269b4f59" /><Relationship Type="http://schemas.openxmlformats.org/officeDocument/2006/relationships/notesMaster" Target="/ppt/notesMasters/notesMaster1.xml" Id="R3cd04a3eed2a49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3e64e76aac4058" /><Relationship Type="http://schemas.openxmlformats.org/officeDocument/2006/relationships/notesMaster" Target="/ppt/notesMasters/notesMaster1.xml" Id="R9e1460dad22d4f4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f6aeef16654c77" /><Relationship Type="http://schemas.openxmlformats.org/officeDocument/2006/relationships/notesMaster" Target="/ppt/notesMasters/notesMaster1.xml" Id="Rb4ceb20cd5a24e7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102ce663b064e37" /><Relationship Type="http://schemas.openxmlformats.org/officeDocument/2006/relationships/notesMaster" Target="/ppt/notesMasters/notesMaster1.xml" Id="R2dd585cafbdc4de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c37a3a54a17404a" /><Relationship Type="http://schemas.openxmlformats.org/officeDocument/2006/relationships/notesMaster" Target="/ppt/notesMasters/notesMaster1.xml" Id="R7aa6243953c04c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bf82c119e77421a" /><Relationship Type="http://schemas.openxmlformats.org/officeDocument/2006/relationships/notesMaster" Target="/ppt/notesMasters/notesMaster1.xml" Id="R1fd6e3db3efe48b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e8b196a565949aa" /><Relationship Type="http://schemas.openxmlformats.org/officeDocument/2006/relationships/notesMaster" Target="/ppt/notesMasters/notesMaster1.xml" Id="Redb335a18bcb4aa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3a0c4d448ba4b4a" /><Relationship Type="http://schemas.openxmlformats.org/officeDocument/2006/relationships/notesMaster" Target="/ppt/notesMasters/notesMaster1.xml" Id="Rb1b6af5d4ced46d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f0402ca3fad4816" /><Relationship Type="http://schemas.openxmlformats.org/officeDocument/2006/relationships/notesMaster" Target="/ppt/notesMasters/notesMaster1.xml" Id="Rf362485b3f8445e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8756f8b10d74429" /><Relationship Type="http://schemas.openxmlformats.org/officeDocument/2006/relationships/notesMaster" Target="/ppt/notesMasters/notesMaster1.xml" Id="R4634a32588394a0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779cf57171b46ae" /><Relationship Type="http://schemas.openxmlformats.org/officeDocument/2006/relationships/notesMaster" Target="/ppt/notesMasters/notesMaster1.xml" Id="R1b81f47bef4d4c0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05a657d3aed4dcf" /><Relationship Type="http://schemas.openxmlformats.org/officeDocument/2006/relationships/notesMaster" Target="/ppt/notesMasters/notesMaster1.xml" Id="R8f96d572ed7a467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8bd65887ace4bee" /><Relationship Type="http://schemas.openxmlformats.org/officeDocument/2006/relationships/notesMaster" Target="/ppt/notesMasters/notesMaster1.xml" Id="R8cd3af2d08aa458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d75f509789b401e" /><Relationship Type="http://schemas.openxmlformats.org/officeDocument/2006/relationships/notesMaster" Target="/ppt/notesMasters/notesMaster1.xml" Id="R976a5bf6a52b41d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c8b1b269ce9437b" /><Relationship Type="http://schemas.openxmlformats.org/officeDocument/2006/relationships/notesMaster" Target="/ppt/notesMasters/notesMaster1.xml" Id="Rd68c995906024e3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e3ea5193be84198" /><Relationship Type="http://schemas.openxmlformats.org/officeDocument/2006/relationships/notesMaster" Target="/ppt/notesMasters/notesMaster1.xml" Id="R14209735062f48f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d170e767e5d437d" /><Relationship Type="http://schemas.openxmlformats.org/officeDocument/2006/relationships/notesMaster" Target="/ppt/notesMasters/notesMaster1.xml" Id="R2d89b01e517c408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268fc398d7d4ea2" /><Relationship Type="http://schemas.openxmlformats.org/officeDocument/2006/relationships/notesMaster" Target="/ppt/notesMasters/notesMaster1.xml" Id="Rda87f72141054b4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5038a478f90490a" /><Relationship Type="http://schemas.openxmlformats.org/officeDocument/2006/relationships/notesMaster" Target="/ppt/notesMasters/notesMaster1.xml" Id="Radaa8643602e471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2c9612629064ec3" /><Relationship Type="http://schemas.openxmlformats.org/officeDocument/2006/relationships/notesMaster" Target="/ppt/notesMasters/notesMaster1.xml" Id="R188814e59f5743d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968d8e75619429e" /><Relationship Type="http://schemas.openxmlformats.org/officeDocument/2006/relationships/notesMaster" Target="/ppt/notesMasters/notesMaster1.xml" Id="R102c4a3108b0474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042a752483b49f2" /><Relationship Type="http://schemas.openxmlformats.org/officeDocument/2006/relationships/notesMaster" Target="/ppt/notesMasters/notesMaster1.xml" Id="R5dd79508a72f448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818dc047a6049a3" /><Relationship Type="http://schemas.openxmlformats.org/officeDocument/2006/relationships/notesMaster" Target="/ppt/notesMasters/notesMaster1.xml" Id="R986456e6f3d942f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f625f804de9410d" /><Relationship Type="http://schemas.openxmlformats.org/officeDocument/2006/relationships/notesMaster" Target="/ppt/notesMasters/notesMaster1.xml" Id="R88b9567e07c14be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6140c30260b4be7" /><Relationship Type="http://schemas.openxmlformats.org/officeDocument/2006/relationships/notesMaster" Target="/ppt/notesMasters/notesMaster1.xml" Id="R48d2598ea75d4a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표지. 좌표기하, 점 특이점, 전기장으로 이어지는 이번 주의 세 층을 한 장에 예고한다.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38-65</a:t>
            </a:r>
          </a:p>
          <a:p xmlns:a="http://schemas.openxmlformats.org/drawingml/2006/main">
            <a:r>
              <a:t>- 전자기학 2026-2 날짜별 강의 세부범위 문서</a:t>
            </a:r>
          </a:p>
          <a:p xmlns:a="http://schemas.openxmlformats.org/drawingml/2006/main">
            <a:r>
              <a:t>- llm-agent-and-workflow-automation / llmops-16week design references</a:t>
            </a:r>
          </a:p>
          <a:p xmlns:a="http://schemas.openxmlformats.org/drawingml/2006/main">
            <a:r>
              <a:t>- OpenAI built-in image generation cover asset, 2026-09-17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강의와 연습의 날짜, 범위, 완료 증거를 먼저 고정한다.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38-65</a:t>
            </a:r>
          </a:p>
          <a:p xmlns:a="http://schemas.openxmlformats.org/drawingml/2006/main">
            <a:r>
              <a:t>- 전자기학 2026-2 날짜별 강의 세부범위 문서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주는 벡터해석의 언어를 완성한 뒤, 그 언어가 전기장을 기술하는 방식으로 전환한다.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38-65</a:t>
            </a:r>
          </a:p>
          <a:p xmlns:a="http://schemas.openxmlformats.org/drawingml/2006/main">
            <a:r>
              <a:t>- 전자기학 2026-2 날짜별 강의 세부범위 문서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강의의 논리를 세 질문으로 압축한다. 좌표와 델타함수는 전기장 계산을 위한 도구다.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§§1.4-2.1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좌표계 선택은 장의 대칭을 드러내고 적분영역을 단순화한다. 좌표의 이름보다 scale factor가 계산을 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38-44, §1.4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구면·원통 단위벡터는 위치에 따라 변한다. 서로 다른 점의 성분을 결합할 때 기저 변화를 먼저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38-39, Fig. 1.37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구면좌표의 정의와 각도의 범위를 고정한다. θ와 φ를 바꾸어 쓰는 관례가 있으므로 이 강의의 표기를 명시한다.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x=r\sin\theta\cos\phi,\quad y=r\sin\theta\sin\phi,\quad z=r\cos\theta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38-40, Eqs. 1.62-1.64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구면좌표의 scale factor에서 선요소와 체적요소를 구성한다. 각도 자체는 길이가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\mathrm d\mathbf l=\mathrm dr\,\hat{\mathbf r}+r\,\mathrm d\theta\,\hat{\mathbf e}_{\theta}+r\sin\theta\,\mathrm d\phi\,\hat{\mathbf e}_{\phi}</a:t>
            </a:r>
          </a:p>
          <a:p xmlns:a="http://schemas.openxmlformats.org/drawingml/2006/main">
            <a:r>
              <a:t>- \mathrm d\tau=r^2\sin\theta\,\mathrm dr\,\mathrm d\theta\,\mathrm d\phi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39-40, Eqs. 1.65-1.69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구면좌표의 gradient와 divergence를 scale factor 관점에서 읽는다. curl은 공식표를 사용하되 기저 변화에 주의한다.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 T=\frac{\partial T}{\partial r}\hat{\mathbf r}+\frac1r\frac{\partial T}{\partial\theta}\hat{\mathbf e}_{\theta}+\frac1{r\sin\theta}\frac{\partial T}{\partial\phi}\hat{\mathbf e}_{\phi}</a:t>
            </a:r>
          </a:p>
          <a:p xmlns:a="http://schemas.openxmlformats.org/drawingml/2006/main">
            <a:r>
              <a:t>- \nabla\!\cdot\!\mathbf v=\frac1{r^2}\frac{\partial}{\partial r}(r^2v_r)+\frac1{r\sin\theta}\frac{\partial}{\partial\theta}(\sin\theta\,v_\theta)+\frac1{r\sin\theta}\frac{\partial v_\phi}{\partial\phi}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41-42, Eqs. 1.70-1.72</a:t>
            </a:r>
          </a:p>
          <a:p xmlns:a="http://schemas.openxmlformats.org/drawingml/2006/main">
            <a:r>
              <a:t>- Griffiths, Introduction to Electrodynamics, 4e, Appendix 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1.41의 스칼라장을 사용해 구면좌표 결과를 T=x+z로 검산한다.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\begin{aligned}T&amp;=r(\cos\theta+\sin\theta\cos\phi)=z+x\\[4pt]\nabla T&amp;=(\cos\theta+\sin\theta\cos\phi)\hat{\mathbf r}+(-\sin\theta+\cos\theta\cos\phi)\hat{\mathbf e}_{\theta}-\sin\phi\hat{\mathbf e}_{\phi}\\[4pt]\nabla^2T&amp;=0\end{aligned}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p. 43, Problem 1.41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원통좌표에서 s와 r을 구분한다. 축 대칭 문제에서 φ 의존성이 사라지면 계산이 크게 단순화된다.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x=s\cos\phi,\qquad y=s\sin\phi,\qquad z=z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43-44, Eqs. 1.74-1.78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원통좌표의 scale factor로 선·면·체적 요소를 구성한다. 면의 법선에 따라 두 개의 미소길이를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\mathrm d\mathbf l=\mathrm ds\,\hat{\mathbf s}+s\,\mathrm d\phi\,\hat{\mathbf e}_{\phi}+\mathrm dz\,\hat{\mathbf z},\qquad \mathrm d\tau=s\,\mathrm ds\,\mathrm d\phi\,\mathrm dz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43-44, Eqs. 1.76-1.78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원통좌표 gradient와 divergence의 구조를 scale factor와 연결한다. curl은 공식표를 사용하되 항의 방향을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\begin{aligned}\nabla T&amp;=\frac{\partial T}{\partial s}\hat{\mathbf s}+\frac1s\frac{\partial T}{\partial\phi}\hat{\mathbf e}_{\phi}+\frac{\partial T}{\partial z}\hat{\mathbf z}\\[6pt]\nabla\!\cdot\!\mathbf v&amp;=\frac1s\frac{\partial}{\partial s}(sv_s)+\frac1s\frac{\partial v_\phi}{\partial\phi}+\frac{\partial v_z}{\partial z}\end{aligned}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p. 44, Eqs. 1.79-1.82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좌표계 선택을 대칭에 대한 가설로 본다. 장이 한 좌표에만 의존하는지 먼저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§1.4; Griffiths, Introduction to Electrodynamics, 4e, §2.1 examples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rhat/r²의 발산은 원점 밖에서 0이지만 원점을 감싼 모든 구면의 플럭스는 4π다. 특이점을 제외한 미분만으로는 총량을 보존하지 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\nabla\!\cdot\!\left(\frac{\hat{\mathbf r}}{r^2}\right)=0\quad(r\ne0),\qquad \oint_{S_R}\frac{\hat{\mathbf r}}{r^2}\!\cdot\mathrm d\mathbf a=4\pi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45-46, Eqs. 1.83-1.85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델타함수는 일반 함수의 점값보다 test function 아래에서의 작용으로 이해한다. 정규화가 총량을 보존한다.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\delta(x)=0\ (x\ne0),\qquad \int_{-\infty}^{\infty}\delta(x)\,\mathrm dx=1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46-47, Eqs. 1.86-1.89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델타함수의 가장 중요한 선택 성질과 적분구간 조건을 함께 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\int_{-\infty}^{\infty}f(x)\,\delta(x-a)\,\mathrm dx=f(a)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47-48, Eqs. 1.91-1.92; Example 1.14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δ(kx)의 Jacobian 1/|k|을 변수변환으로 설명한다. 부호가 바뀌어도 델타함수는 짝함수다.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\delta(kx)=\frac1{|k|}\delta(x),\qquad \delta(-x)=\delta(x)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48-49, Eq. 1.94; Example 1.15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3차원 델타함수는 점전하를 연속밀도 언어로 표현한다. 적분하면 총전하를 되찾는다.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\delta^3(\mathbf r)=\delta(x)\delta(y)\delta(z),\qquad \int f(\mathbf r)\delta^3(\mathbf r-\mathbf a)\,\mathrm d\tau=f(\mathbf 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50-52, Eqs. 1.96-1.100; Problem 1.47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구면껍질 밀도에서 δ(r-R)만 쓰면 안 되고 4πR² 정규화가 필요하다. 체적요소의 r²sinθ와 함께 검산한다.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\delta^3(\mathbf r)=\frac{\delta(r)}{4\pi r^2}\ \text{(radial integrals)},\qquad \rho_{\mathrm{shell}}=\frac{Q}{4\pi R^2}\delta(r-R)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50-52, Problem 1.47(c)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특이점 항등식은 보통 미분과 전역 플럭스를 동시에 만족하게 한다. 다음 주 가우스 법칙의 미분형으로 이어진다.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\nabla\!\cdot\!\left(\frac{\hat{\mathbf R}}{R^2}\right)=4\pi\delta^3(\mathbf R),\qquad \nabla^2\!\left(\frac1R\right)=-4\pi\delta^3(\mathbf 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50-51, Eqs. 1.99-1.102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벡터장의 divergence와 curl만으로는 충분하지 않으며 적절한 경계조건이 필요하다. curl 데이터는 divergence-free여야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\nabla\!\cdot\!\mathbf F=D,\qquad \nabla\!\times\!\mathbf F=\mathbf C,\qquad \nabla\!\cdot\!\mathbf C=0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52-53, §1.6.1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Helmholtz 정리는 divergence, curl, 경계조건이 벡터장을 유일하게 정한다는 구조를 제공한다.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\boxed{\ \nabla\!\cdot\!\mathbf F,\ \nabla\!\times\!\mathbf F,\ \text{boundary conditions}\ \Longrightarrow\ \mathbf F\ \text{unique}\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52-53; Appendix 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curl-free 장, 경로독립성, 스칼라 퍼텐셜의 동치 관계를 회수한다. 퍼텐셜은 상수만큼 비유일하다.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\nabla\!\times\!\mathbf F=0\quad\Longleftrightarrow\quad \mathbf F=-\nabla V\quad\Longleftrightarrow\quad \oint\mathbf F\!\cdot\mathrm d\mathbf l=0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53-54, Eq. 1.103, Theorem 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divergence-free 장은 벡터 퍼텐셜의 curl로 표현된다. 벡터 퍼텐셜은 gradient를 더하는 gauge 자유도를 가진다.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\nabla\!\cdot\!\mathbf F=0\quad\Longleftrightarrow\quad \mathbf F=\nabla\!\times\!\mathbf A\quad\Longrightarrow\quad \oint\mathbf F\!\cdot\mathrm d\mathbf a=0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p. 54, Eq. 1.104, Theorem 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일반 벡터장의 Helmholtz 분해를 전기장과 자기장 구조의 예고로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F=-\nabla V+\nabla\!\times\!\mathbf 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p. 54, Eq. 1.105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정전기학의 기본 문제를 source charge와 test charge의 구분으로 제시한다. 중첩원리는 각 원천의 기여를 독립적으로 더하게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59-60, §2.1.1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교재의 separation vector 표기를 명시적으로 쓴다. 연속분포 적분에서 source coordinate가 움직이고 field point는 고정된다.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R=\mathbf r-\mathbf r',\qquad R=|\mathbf r-\mathbf r'|,\qquad \hat{\mathbf R}=\frac{\mathbf r-\mathbf r'}{|\mathbf r-\mathbf r'|}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60, 63-64, Eqs. 2.2, 2.5-2.8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쿨롱법칙은 정전기학의 실험적 입력이다. 힘의 방향은 source에서 field point로 향하는 separation unit vector가 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F=\frac1{4\pi\epsilon_0}\frac{qQ}{R^2}\hat{\mathbf R}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p. 60, Eqs. 2.1-2.2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힘에서 test charge Q를 분리해 전기장을 정의한다. 중첩원리는 각 점전하의 장을 벡터합으로 더한다.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F=Q\mathbf E,\qquad \mathbf E(\mathbf r)=\frac1{4\pi\epsilon_0}\sum_i\frac{q_i}{R_i^2}\hat{\mathbf R}_i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61-62, Eqs. 2.3-2.4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같은 점전하의 축상 전기장을 대칭으로 계산한다. 가로 성분은 상쇄되고 세로 성분만 더해진다.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E(0,0,z)=\frac1{4\pi\epsilon_0}\frac{2qz}{\left[z^2+(d/2)^2\right]^{3/2}}\hat{\mathbf z}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p. 62, Example 2.1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점전하의 합을 전하요소 dq에 대한 적분으로 바꾼다. 선·면·부피 밀도의 단위와 source prime을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E(\mathbf r)=\frac1{4\pi\epsilon_0}\int\frac{\hat{\mathbf R}}{R^2}\,\mathrm dq</a:t>
            </a:r>
          </a:p>
          <a:p xmlns:a="http://schemas.openxmlformats.org/drawingml/2006/main">
            <a:r>
              <a:t>- \mathrm dq=\lambda\,\mathrm dl'\quad\text{or}\quad\sigma\,\mathrm da'\quad\text{or}\quad\rho\,\mathrm d\tau'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63-64, Eqs. 2.5-2.8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연속분포 적분의 공통 풀이 절차다. 대칭을 먼저 사용하고 source coordinate를 따라 적분한다.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63-65, Example 2.2 and Problems 2.3-2.8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균일 선전하의 축상 전기장을 설정한다. ±x 원천의 x성분은 상쇄되고 z성분은 더해진다.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E=\frac{\lambda}{4\pi\epsilon_0}\int_{-L}^{L}\frac{-x\hat{\mathbf x}+z\hat{\mathbf z}}{(x^2+z^2)^{3/2}}\,\mathrm dx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64-65, Example 2.2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유한 선전하의 결과를 총전하 2λL의 점전하 극한으로 검산한다.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E=\frac1{4\pi\epsilon_0}\frac{2\lambda L}{z\sqrt{z^2+L^2}}\hat{\mathbf z}\ \xrightarrow{z\gg L}\ \frac1{4\pi\epsilon_0}\frac{2\lambda L}{z^2}\hat{\mathbf z}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64-65, Example 2.2 and Eq. 2.9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범위의 대표 오류를 표기, 기저, Jacobian, 대칭의 네 범주로 정리한다.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38-65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주 네 개의 개념을 연속전하분포 전기장 식으로 통합한다.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E(\mathbf r)=\frac1{4\pi\epsilon_0}\int\frac{\hat{\mathbf R}}{R^2}\,\mathrm dq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§§1.4-2.1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연습 문제에 들어가기 전 공통 풀이 체크리스트다. 표기와 대칭을 적분식보다 먼저 선언한다.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38-65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세트 모두 정확히 30분이다. 각 조에서 좌표·기호 관리자, 계산자, 극한 검산자를 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Problems 1.41, 1.43, 1.45, 1.47, 2.1, 2.5; Example 2.2</a:t>
            </a:r>
          </a:p>
          <a:p xmlns:a="http://schemas.openxmlformats.org/drawingml/2006/main">
            <a:r>
              <a:t>- 전자기학 2026-2 날짜별 강의 세부범위 문서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교재 Problems 1.41, 1.43의 구조를 재구성한 30분 문항이다.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T=r(\cos\theta+\sin\theta\cos\phi)</a:t>
            </a:r>
          </a:p>
          <a:p xmlns:a="http://schemas.openxmlformats.org/drawingml/2006/main">
            <a:r>
              <a:t>- \mathbf v=s(2+\sin^2\phi)\hat{\mathbf s}+s\sin\phi\cos\phi\hat{\mathbf e}_{\phi}+3z\hat{\mathbf z}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Problems 1.41 and 1.43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세트 1 해설. 구면좌표 스칼라장은 T=x+z로, 원통좌표 벡터장은 상쇄되는 φ 미분항으로 검산한다.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\begin{aligned}\nabla T&amp;=(\cos\theta+\sin\theta\cos\phi)\hat{\mathbf r}+(-\sin\theta+\cos\theta\cos\phi)\hat{\mathbf e}_{\theta}-\sin\phi\hat{\mathbf e}_{\phi}\\[4pt]\nabla^2T&amp;=0,\qquad \nabla\!\cdot\!\mathbf v=8,\qquad \nabla\!\times\!\mathbf v=\mathbf0\end{aligned}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Problems 1.41 and 1.43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교재 Problems 1.45, 1.47과 식 (1.99)의 구조를 재구성한 30분 문항이다.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I_1=\int_{-2}^{2}(2x+3)\delta(3x)\,\mathrm dx,\qquad I_2=\int_0^2(x^3+3x+2)\delta(1-x)\,\mathrm dx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Problems 1.45 and 1.47; Eq. 1.99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세트 2 해설. Jacobian, 구면껍질의 4πR² 정규화, 원점 특이점의 플럭스를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I_1=1,\qquad I_2=6,\qquad \rho_{\mathrm{shell}}=\frac{Q}{4\pi R^2}\delta(r-R),\qquad \nabla\!\cdot\!\frac{\hat{\mathbf r}}{r^2}=4\pi\delta^3(\mathbf 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Problems 1.45 and 1.47; Eq. 1.99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교재 Problem 2.1, Example 2.2, Problem 2.5의 구조를 재구성한 30분 문항이다.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Problem 2.1, Example 2.2, Problem 2.5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세트 3 해설. 정다각형은 제거된 전하의 장을 빼고, 선과 고리는 대칭 성분만 적분한다. 먼 거리에서 점전하장으로 수렴한다.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E_{\mathrm{remaining}}=-\mathbf E_{\mathrm{removed}}=-\frac1{4\pi\epsilon_0}\frac{q}{a^2}\hat{\mathbf y}</a:t>
            </a:r>
          </a:p>
          <a:p xmlns:a="http://schemas.openxmlformats.org/drawingml/2006/main">
            <a:r>
              <a:t>- \mathbf E_{\mathrm{line}}=\frac1{4\pi\epsilon_0}\frac{2\lambda L}{z\sqrt{z^2+L^2}}\hat{\mathbf z}</a:t>
            </a:r>
          </a:p>
          <a:p xmlns:a="http://schemas.openxmlformats.org/drawingml/2006/main">
            <a:r>
              <a:t>- \mathbf E_{\mathrm{ring}}=\frac1{4\pi\epsilon_0}\frac{Qz}{(z^2+a^2)^{3/2}}\hat{\mathbf z}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Problem 2.1, Example 2.2, Problem 2.5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3주차 마무리. 곡선좌표, 델타함수, 벡터장 이론, 전기장을 하나의 흐름으로 회수한다. 다음 주는 전기장의 발산·회전과 가우스 법칙으로 이어진다.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38-65</a:t>
            </a:r>
          </a:p>
          <a:p xmlns:a="http://schemas.openxmlformats.org/drawingml/2006/main">
            <a:r>
              <a:t>- 전자기학 2026-2 날짜별 강의 세부범위 문서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a1e54b3c547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a2bcc430a4443c" /><Relationship Type="http://schemas.openxmlformats.org/officeDocument/2006/relationships/slideLayout" Target="/ppt/slideLayouts/slideLayout1.xml" Id="R75f5bbe4a6ec46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f5bbe4a6ec46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be37e34dc4764" /><Relationship Type="http://schemas.openxmlformats.org/officeDocument/2006/relationships/image" Target="/ppt/media/image.png" Id="Rda6e491260964425" /><Relationship Type="http://schemas.openxmlformats.org/officeDocument/2006/relationships/notesSlide" Target="/ppt/notesSlides/notesSlide1.xml" Id="R1fd5deec29d54d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655ea8b0d47e4" /><Relationship Type="http://schemas.openxmlformats.org/officeDocument/2006/relationships/notesSlide" Target="/ppt/notesSlides/notesSlide2.xml" Id="R8fff4dc7fb484a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3761a439e45a2" /><Relationship Type="http://schemas.openxmlformats.org/officeDocument/2006/relationships/notesSlide" Target="/ppt/notesSlides/notesSlide3.xml" Id="R245de6a0156542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c2fd3ef7040ba" /><Relationship Type="http://schemas.openxmlformats.org/officeDocument/2006/relationships/notesSlide" Target="/ppt/notesSlides/notesSlide4.xml" Id="R9db1a7feaeaf45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6e2070fdc451a" /><Relationship Type="http://schemas.openxmlformats.org/officeDocument/2006/relationships/image" Target="/ppt/media/image2.png" Id="R45e8708322674308" /><Relationship Type="http://schemas.openxmlformats.org/officeDocument/2006/relationships/image" Target="/ppt/media/image3.png" Id="R7e7a2f5b4bac4422" /><Relationship Type="http://schemas.openxmlformats.org/officeDocument/2006/relationships/image" Target="/ppt/media/image4.png" Id="R8aa4d7a8736c4e12" /><Relationship Type="http://schemas.openxmlformats.org/officeDocument/2006/relationships/notesSlide" Target="/ppt/notesSlides/notesSlide5.xml" Id="Rc3dd709a38374c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71520584445ad" /><Relationship Type="http://schemas.openxmlformats.org/officeDocument/2006/relationships/image" Target="/ppt/media/image5.png" Id="R993e55ead12e4512" /><Relationship Type="http://schemas.openxmlformats.org/officeDocument/2006/relationships/image" Target="/ppt/media/image6.png" Id="Rffce64de8aed45d8" /><Relationship Type="http://schemas.openxmlformats.org/officeDocument/2006/relationships/notesSlide" Target="/ppt/notesSlides/notesSlide6.xml" Id="R3f9ac73d260c44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50eaab86b4762" /><Relationship Type="http://schemas.openxmlformats.org/officeDocument/2006/relationships/image" Target="/ppt/media/image7.png" Id="R1dfee78b254c45fd" /><Relationship Type="http://schemas.openxmlformats.org/officeDocument/2006/relationships/image" Target="/ppt/media/image8.png" Id="Re62bfb0abcbf409a" /><Relationship Type="http://schemas.openxmlformats.org/officeDocument/2006/relationships/image" Target="/ppt/media/image9.png" Id="R8b06dcd0ad4649d6" /><Relationship Type="http://schemas.openxmlformats.org/officeDocument/2006/relationships/image" Target="/ppt/media/image10.png" Id="Re99331a22c6d47e0" /><Relationship Type="http://schemas.openxmlformats.org/officeDocument/2006/relationships/image" Target="/ppt/media/image11.png" Id="Ra22554c23077418f" /><Relationship Type="http://schemas.openxmlformats.org/officeDocument/2006/relationships/notesSlide" Target="/ppt/notesSlides/notesSlide7.xml" Id="Ra0106f2220c54b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134c50f614058" /><Relationship Type="http://schemas.openxmlformats.org/officeDocument/2006/relationships/image" Target="/ppt/media/image12.png" Id="Reaa1cd983a4e4505" /><Relationship Type="http://schemas.openxmlformats.org/officeDocument/2006/relationships/image" Target="/ppt/media/image13.png" Id="Rad659fd2262b420e" /><Relationship Type="http://schemas.openxmlformats.org/officeDocument/2006/relationships/image" Target="/ppt/media/image14.png" Id="R1f3230c083594793" /><Relationship Type="http://schemas.openxmlformats.org/officeDocument/2006/relationships/image" Target="/ppt/media/image15.png" Id="Raa7462acd5e0453e" /><Relationship Type="http://schemas.openxmlformats.org/officeDocument/2006/relationships/image" Target="/ppt/media/image16.png" Id="Rc5fc527ecfd841fd" /><Relationship Type="http://schemas.openxmlformats.org/officeDocument/2006/relationships/notesSlide" Target="/ppt/notesSlides/notesSlide8.xml" Id="Rae2c4531f1af49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c146ebfad4d9f" /><Relationship Type="http://schemas.openxmlformats.org/officeDocument/2006/relationships/image" Target="/ppt/media/image17.png" Id="Ra7d206612e754de8" /><Relationship Type="http://schemas.openxmlformats.org/officeDocument/2006/relationships/image" Target="/ppt/media/image18.png" Id="R6723c86242e54078" /><Relationship Type="http://schemas.openxmlformats.org/officeDocument/2006/relationships/notesSlide" Target="/ppt/notesSlides/notesSlide9.xml" Id="Re26b73abdd824d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1876d1fe3461b" /><Relationship Type="http://schemas.openxmlformats.org/officeDocument/2006/relationships/image" Target="/ppt/media/image19.png" Id="R629d915d5d6f4a44" /><Relationship Type="http://schemas.openxmlformats.org/officeDocument/2006/relationships/image" Target="/ppt/media/image20.png" Id="Rc20a2c2a44d6483d" /><Relationship Type="http://schemas.openxmlformats.org/officeDocument/2006/relationships/notesSlide" Target="/ppt/notesSlides/notesSlide10.xml" Id="R81330edbe4504d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d1b7d7d8e45d3" /><Relationship Type="http://schemas.openxmlformats.org/officeDocument/2006/relationships/image" Target="/ppt/media/image21.png" Id="Rc29f4a958bab468e" /><Relationship Type="http://schemas.openxmlformats.org/officeDocument/2006/relationships/notesSlide" Target="/ppt/notesSlides/notesSlide11.xml" Id="R669e628f1eb340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5fd6067ce4497" /><Relationship Type="http://schemas.openxmlformats.org/officeDocument/2006/relationships/image" Target="/ppt/media/image22.png" Id="Re0d3cf8ace754e12" /><Relationship Type="http://schemas.openxmlformats.org/officeDocument/2006/relationships/image" Target="/ppt/media/image23.png" Id="R05196462af56425f" /><Relationship Type="http://schemas.openxmlformats.org/officeDocument/2006/relationships/image" Target="/ppt/media/image24.png" Id="Rb13e15fad1f04d68" /><Relationship Type="http://schemas.openxmlformats.org/officeDocument/2006/relationships/image" Target="/ppt/media/image25.png" Id="R809dcef7e4514692" /><Relationship Type="http://schemas.openxmlformats.org/officeDocument/2006/relationships/image" Target="/ppt/media/image26.png" Id="Rba313e09d8b644ee" /><Relationship Type="http://schemas.openxmlformats.org/officeDocument/2006/relationships/image" Target="/ppt/media/image27.png" Id="R2f4238df7668436e" /><Relationship Type="http://schemas.openxmlformats.org/officeDocument/2006/relationships/image" Target="/ppt/media/image28.png" Id="Rb280f037080c40ef" /><Relationship Type="http://schemas.openxmlformats.org/officeDocument/2006/relationships/notesSlide" Target="/ppt/notesSlides/notesSlide12.xml" Id="R7f979601b67d4c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074018e644dbc" /><Relationship Type="http://schemas.openxmlformats.org/officeDocument/2006/relationships/image" Target="/ppt/media/image29.png" Id="R99396a6fc4ce46ad" /><Relationship Type="http://schemas.openxmlformats.org/officeDocument/2006/relationships/image" Target="/ppt/media/image30.png" Id="R8dfba95224d744af" /><Relationship Type="http://schemas.openxmlformats.org/officeDocument/2006/relationships/image" Target="/ppt/media/image31.png" Id="R762275acda1840c7" /><Relationship Type="http://schemas.openxmlformats.org/officeDocument/2006/relationships/image" Target="/ppt/media/image32.png" Id="R3b5f173e2bc54fee" /><Relationship Type="http://schemas.openxmlformats.org/officeDocument/2006/relationships/notesSlide" Target="/ppt/notesSlides/notesSlide13.xml" Id="R0b6d40c8c9f44e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b61670175451b" /><Relationship Type="http://schemas.openxmlformats.org/officeDocument/2006/relationships/notesSlide" Target="/ppt/notesSlides/notesSlide14.xml" Id="R9e9485f5ab194c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d9fc0a3cf42d6" /><Relationship Type="http://schemas.openxmlformats.org/officeDocument/2006/relationships/image" Target="/ppt/media/image33.png" Id="R6e9fe0f91c4849b7" /><Relationship Type="http://schemas.openxmlformats.org/officeDocument/2006/relationships/image" Target="/ppt/media/image34.png" Id="R396b4d431f3547ae" /><Relationship Type="http://schemas.openxmlformats.org/officeDocument/2006/relationships/image" Target="/ppt/media/image35.png" Id="Rccc3ab311dc04b11" /><Relationship Type="http://schemas.openxmlformats.org/officeDocument/2006/relationships/notesSlide" Target="/ppt/notesSlides/notesSlide15.xml" Id="R1d4a0bc8e05d4c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355c88458494a" /><Relationship Type="http://schemas.openxmlformats.org/officeDocument/2006/relationships/image" Target="/ppt/media/image36.png" Id="Rdd19cfda80d14c04" /><Relationship Type="http://schemas.openxmlformats.org/officeDocument/2006/relationships/image" Target="/ppt/media/image37.png" Id="R0878b64640954288" /><Relationship Type="http://schemas.openxmlformats.org/officeDocument/2006/relationships/image" Target="/ppt/media/image38.png" Id="Rd655e61077734f04" /><Relationship Type="http://schemas.openxmlformats.org/officeDocument/2006/relationships/image" Target="/ppt/media/image39.png" Id="Rbaca9fdf4bfc4a79" /><Relationship Type="http://schemas.openxmlformats.org/officeDocument/2006/relationships/image" Target="/ppt/media/image40.png" Id="R674f7098db234908" /><Relationship Type="http://schemas.openxmlformats.org/officeDocument/2006/relationships/notesSlide" Target="/ppt/notesSlides/notesSlide16.xml" Id="R43fe16341eac47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295d7fdf347bf" /><Relationship Type="http://schemas.openxmlformats.org/officeDocument/2006/relationships/image" Target="/ppt/media/image41.png" Id="R1f34ad8fcaf04018" /><Relationship Type="http://schemas.openxmlformats.org/officeDocument/2006/relationships/image" Target="/ppt/media/image42.png" Id="R78055dc116e24f57" /><Relationship Type="http://schemas.openxmlformats.org/officeDocument/2006/relationships/image" Target="/ppt/media/image43.png" Id="Rb8f664b67f6e4693" /><Relationship Type="http://schemas.openxmlformats.org/officeDocument/2006/relationships/image" Target="/ppt/media/image44.png" Id="R539537530ba34694" /><Relationship Type="http://schemas.openxmlformats.org/officeDocument/2006/relationships/image" Target="/ppt/media/image45.png" Id="R900f664be02f4998" /><Relationship Type="http://schemas.openxmlformats.org/officeDocument/2006/relationships/notesSlide" Target="/ppt/notesSlides/notesSlide17.xml" Id="R3d0db75be3824c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bbccfc0b64d35" /><Relationship Type="http://schemas.openxmlformats.org/officeDocument/2006/relationships/image" Target="/ppt/media/image46.png" Id="R8944d6def63f4bd4" /><Relationship Type="http://schemas.openxmlformats.org/officeDocument/2006/relationships/image" Target="/ppt/media/image47.png" Id="Rfd2c0553ac1a453d" /><Relationship Type="http://schemas.openxmlformats.org/officeDocument/2006/relationships/image" Target="/ppt/media/image48.png" Id="Rb331e829452e4da7" /><Relationship Type="http://schemas.openxmlformats.org/officeDocument/2006/relationships/image" Target="/ppt/media/image49.png" Id="Raf26c1a060e244fa" /><Relationship Type="http://schemas.openxmlformats.org/officeDocument/2006/relationships/notesSlide" Target="/ppt/notesSlides/notesSlide18.xml" Id="R7e1146b474ec48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2402f71ce4f69" /><Relationship Type="http://schemas.openxmlformats.org/officeDocument/2006/relationships/image" Target="/ppt/media/image50.png" Id="R99afa46fa2de41cc" /><Relationship Type="http://schemas.openxmlformats.org/officeDocument/2006/relationships/image" Target="/ppt/media/image51.png" Id="R995401ad5b8941d8" /><Relationship Type="http://schemas.openxmlformats.org/officeDocument/2006/relationships/image" Target="/ppt/media/image52.png" Id="Rca97b644542e4988" /><Relationship Type="http://schemas.openxmlformats.org/officeDocument/2006/relationships/image" Target="/ppt/media/image53.png" Id="Ra136c81f1d4840d6" /><Relationship Type="http://schemas.openxmlformats.org/officeDocument/2006/relationships/notesSlide" Target="/ppt/notesSlides/notesSlide19.xml" Id="R0c9d15450f144ae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a961b1b3541b1" /><Relationship Type="http://schemas.openxmlformats.org/officeDocument/2006/relationships/image" Target="/ppt/media/image54.png" Id="R7bf4a5423e0d47c9" /><Relationship Type="http://schemas.openxmlformats.org/officeDocument/2006/relationships/image" Target="/ppt/media/image55.png" Id="R88f94e5eb4654e31" /><Relationship Type="http://schemas.openxmlformats.org/officeDocument/2006/relationships/image" Target="/ppt/media/image56.png" Id="R3452e7281f7d4f6d" /><Relationship Type="http://schemas.openxmlformats.org/officeDocument/2006/relationships/image" Target="/ppt/media/image57.png" Id="Rcc38ec0716f54827" /><Relationship Type="http://schemas.openxmlformats.org/officeDocument/2006/relationships/notesSlide" Target="/ppt/notesSlides/notesSlide20.xml" Id="R7bca19dd38114c5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1e33aa7b44046" /><Relationship Type="http://schemas.openxmlformats.org/officeDocument/2006/relationships/image" Target="/ppt/media/image58.png" Id="R705474d1c84a484d" /><Relationship Type="http://schemas.openxmlformats.org/officeDocument/2006/relationships/image" Target="/ppt/media/image59.png" Id="Rd1fb07a422294d60" /><Relationship Type="http://schemas.openxmlformats.org/officeDocument/2006/relationships/image" Target="/ppt/media/image60.png" Id="R3a130e19d7e54789" /><Relationship Type="http://schemas.openxmlformats.org/officeDocument/2006/relationships/image" Target="/ppt/media/image61.png" Id="Re2001d59b1b84475" /><Relationship Type="http://schemas.openxmlformats.org/officeDocument/2006/relationships/notesSlide" Target="/ppt/notesSlides/notesSlide21.xml" Id="Ra8503e7d538e43e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560077872469a" /><Relationship Type="http://schemas.openxmlformats.org/officeDocument/2006/relationships/image" Target="/ppt/media/image62.png" Id="R8bb310dc5e154e4e" /><Relationship Type="http://schemas.openxmlformats.org/officeDocument/2006/relationships/image" Target="/ppt/media/image63.png" Id="R3766e7d5c96f4dea" /><Relationship Type="http://schemas.openxmlformats.org/officeDocument/2006/relationships/notesSlide" Target="/ppt/notesSlides/notesSlide22.xml" Id="R3673c98a534545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d508caa1042eb" /><Relationship Type="http://schemas.openxmlformats.org/officeDocument/2006/relationships/image" Target="/ppt/media/image64.png" Id="R42f67c17ad4c4998" /><Relationship Type="http://schemas.openxmlformats.org/officeDocument/2006/relationships/notesSlide" Target="/ppt/notesSlides/notesSlide23.xml" Id="R09a6e7d280784a5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c832563b5496d" /><Relationship Type="http://schemas.openxmlformats.org/officeDocument/2006/relationships/image" Target="/ppt/media/image65.png" Id="Rf51339e5cffa4e8e" /><Relationship Type="http://schemas.openxmlformats.org/officeDocument/2006/relationships/image" Target="/ppt/media/image66.png" Id="Rccf4e3be8082452b" /><Relationship Type="http://schemas.openxmlformats.org/officeDocument/2006/relationships/image" Target="/ppt/media/image67.png" Id="R90ff821f473f4565" /><Relationship Type="http://schemas.openxmlformats.org/officeDocument/2006/relationships/image" Target="/ppt/media/image68.png" Id="R2998e347a7f84c23" /><Relationship Type="http://schemas.openxmlformats.org/officeDocument/2006/relationships/notesSlide" Target="/ppt/notesSlides/notesSlide24.xml" Id="R08e7a8ef257146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8955f045944ef" /><Relationship Type="http://schemas.openxmlformats.org/officeDocument/2006/relationships/image" Target="/ppt/media/image69.png" Id="Re346e76cabc04831" /><Relationship Type="http://schemas.openxmlformats.org/officeDocument/2006/relationships/image" Target="/ppt/media/image70.png" Id="R4cbdb44e84c6404e" /><Relationship Type="http://schemas.openxmlformats.org/officeDocument/2006/relationships/image" Target="/ppt/media/image71.png" Id="R451cac0331e447f7" /><Relationship Type="http://schemas.openxmlformats.org/officeDocument/2006/relationships/notesSlide" Target="/ppt/notesSlides/notesSlide25.xml" Id="Rdaadf7da2cc4403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e705768c64ba2" /><Relationship Type="http://schemas.openxmlformats.org/officeDocument/2006/relationships/image" Target="/ppt/media/image72.png" Id="R82d86356225c4bbf" /><Relationship Type="http://schemas.openxmlformats.org/officeDocument/2006/relationships/image" Target="/ppt/media/image73.png" Id="R82947a06f34f4a73" /><Relationship Type="http://schemas.openxmlformats.org/officeDocument/2006/relationships/image" Target="/ppt/media/image74.png" Id="Rbce65520b2d0478b" /><Relationship Type="http://schemas.openxmlformats.org/officeDocument/2006/relationships/notesSlide" Target="/ppt/notesSlides/notesSlide26.xml" Id="R80ad0e443c044de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e8413a0624caf" /><Relationship Type="http://schemas.openxmlformats.org/officeDocument/2006/relationships/image" Target="/ppt/media/image75.png" Id="Rc3f2db01e96b402b" /><Relationship Type="http://schemas.openxmlformats.org/officeDocument/2006/relationships/image" Target="/ppt/media/image76.png" Id="Re4e88c4c9f3b4e68" /><Relationship Type="http://schemas.openxmlformats.org/officeDocument/2006/relationships/image" Target="/ppt/media/image77.png" Id="Re5f469670bb54db1" /><Relationship Type="http://schemas.openxmlformats.org/officeDocument/2006/relationships/notesSlide" Target="/ppt/notesSlides/notesSlide27.xml" Id="Rf551f410d2c2439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f26007ba14816" /><Relationship Type="http://schemas.openxmlformats.org/officeDocument/2006/relationships/image" Target="/ppt/media/image78.png" Id="Rc24f99d539b04f82" /><Relationship Type="http://schemas.openxmlformats.org/officeDocument/2006/relationships/image" Target="/ppt/media/image79.png" Id="R7c7b53401f1c4fdd" /><Relationship Type="http://schemas.openxmlformats.org/officeDocument/2006/relationships/image" Target="/ppt/media/image80.png" Id="R438e5276406e4937" /><Relationship Type="http://schemas.openxmlformats.org/officeDocument/2006/relationships/notesSlide" Target="/ppt/notesSlides/notesSlide28.xml" Id="R7e24a284e8674f1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db570d3894347" /><Relationship Type="http://schemas.openxmlformats.org/officeDocument/2006/relationships/image" Target="/ppt/media/image81.png" Id="R878d1a8dea434889" /><Relationship Type="http://schemas.openxmlformats.org/officeDocument/2006/relationships/image" Target="/ppt/media/image82.png" Id="R0c7dc7e837f9470a" /><Relationship Type="http://schemas.openxmlformats.org/officeDocument/2006/relationships/image" Target="/ppt/media/image83.png" Id="R29de572588e14d34" /><Relationship Type="http://schemas.openxmlformats.org/officeDocument/2006/relationships/image" Target="/ppt/media/image84.png" Id="R7616d8f254f34d8e" /><Relationship Type="http://schemas.openxmlformats.org/officeDocument/2006/relationships/image" Target="/ppt/media/image85.png" Id="R3de2919fb5d64ab4" /><Relationship Type="http://schemas.openxmlformats.org/officeDocument/2006/relationships/notesSlide" Target="/ppt/notesSlides/notesSlide29.xml" Id="R979bc7598e734d0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eae26459345b9" /><Relationship Type="http://schemas.openxmlformats.org/officeDocument/2006/relationships/image" Target="/ppt/media/image86.png" Id="Rea132e94cc874426" /><Relationship Type="http://schemas.openxmlformats.org/officeDocument/2006/relationships/notesSlide" Target="/ppt/notesSlides/notesSlide30.xml" Id="R7cb5647df9f8463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64e7467554e3a" /><Relationship Type="http://schemas.openxmlformats.org/officeDocument/2006/relationships/image" Target="/ppt/media/image87.png" Id="Rf669c7b3e8c24933" /><Relationship Type="http://schemas.openxmlformats.org/officeDocument/2006/relationships/notesSlide" Target="/ppt/notesSlides/notesSlide31.xml" Id="R2aaca36da2ae4bc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696f4fe484650" /><Relationship Type="http://schemas.openxmlformats.org/officeDocument/2006/relationships/image" Target="/ppt/media/image88.png" Id="R0f611784c2a14c7c" /><Relationship Type="http://schemas.openxmlformats.org/officeDocument/2006/relationships/image" Target="/ppt/media/image89.png" Id="R2443c138e3da4abf" /><Relationship Type="http://schemas.openxmlformats.org/officeDocument/2006/relationships/image" Target="/ppt/media/image90.png" Id="Rd791aba2bb3e458c" /><Relationship Type="http://schemas.openxmlformats.org/officeDocument/2006/relationships/image" Target="/ppt/media/image91.png" Id="R56045422751147e3" /><Relationship Type="http://schemas.openxmlformats.org/officeDocument/2006/relationships/image" Target="/ppt/media/image92.png" Id="R27ceb80006414532" /><Relationship Type="http://schemas.openxmlformats.org/officeDocument/2006/relationships/notesSlide" Target="/ppt/notesSlides/notesSlide32.xml" Id="R73fdf08de0764ed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414228e1d49de" /><Relationship Type="http://schemas.openxmlformats.org/officeDocument/2006/relationships/notesSlide" Target="/ppt/notesSlides/notesSlide33.xml" Id="Rb4520d3e0478434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16d4312e549d5" /><Relationship Type="http://schemas.openxmlformats.org/officeDocument/2006/relationships/image" Target="/ppt/media/image93.png" Id="R16c31b4e877541ff" /><Relationship Type="http://schemas.openxmlformats.org/officeDocument/2006/relationships/image" Target="/ppt/media/image94.png" Id="R90741cba3ea34018" /><Relationship Type="http://schemas.openxmlformats.org/officeDocument/2006/relationships/image" Target="/ppt/media/image95.png" Id="R008a4b59b800422d" /><Relationship Type="http://schemas.openxmlformats.org/officeDocument/2006/relationships/image" Target="/ppt/media/image96.png" Id="R83ef54b5892f48b9" /><Relationship Type="http://schemas.openxmlformats.org/officeDocument/2006/relationships/notesSlide" Target="/ppt/notesSlides/notesSlide34.xml" Id="R2767bf8d5f4e40b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59a894bee4a6f" /><Relationship Type="http://schemas.openxmlformats.org/officeDocument/2006/relationships/image" Target="/ppt/media/image97.png" Id="R628c861cb2794dad" /><Relationship Type="http://schemas.openxmlformats.org/officeDocument/2006/relationships/image" Target="/ppt/media/image98.png" Id="R0a207a047e714fde" /><Relationship Type="http://schemas.openxmlformats.org/officeDocument/2006/relationships/image" Target="/ppt/media/image99.png" Id="R03b0767a3a244d07" /><Relationship Type="http://schemas.openxmlformats.org/officeDocument/2006/relationships/notesSlide" Target="/ppt/notesSlides/notesSlide35.xml" Id="Rc3130c8f1aab43e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18750bc464077" /><Relationship Type="http://schemas.openxmlformats.org/officeDocument/2006/relationships/notesSlide" Target="/ppt/notesSlides/notesSlide36.xml" Id="Rd7148a3bf868466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0576e769e41ad" /><Relationship Type="http://schemas.openxmlformats.org/officeDocument/2006/relationships/image" Target="/ppt/media/image100.png" Id="R3696f34090e44747" /><Relationship Type="http://schemas.openxmlformats.org/officeDocument/2006/relationships/notesSlide" Target="/ppt/notesSlides/notesSlide37.xml" Id="R3eb555a4613640b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7de767473426e" /><Relationship Type="http://schemas.openxmlformats.org/officeDocument/2006/relationships/notesSlide" Target="/ppt/notesSlides/notesSlide38.xml" Id="R3ee7edc02cc04eb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ae6412c344cf1" /><Relationship Type="http://schemas.openxmlformats.org/officeDocument/2006/relationships/notesSlide" Target="/ppt/notesSlides/notesSlide39.xml" Id="R7779c5bc1ef149f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54bdcbd8e4e9c" /><Relationship Type="http://schemas.openxmlformats.org/officeDocument/2006/relationships/image" Target="/ppt/media/image101.png" Id="Re2f18d889fad4616" /><Relationship Type="http://schemas.openxmlformats.org/officeDocument/2006/relationships/image" Target="/ppt/media/image102.png" Id="R4dea85923b324f2c" /><Relationship Type="http://schemas.openxmlformats.org/officeDocument/2006/relationships/notesSlide" Target="/ppt/notesSlides/notesSlide40.xml" Id="Re4ccd0a6ed0c417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1e159934a4b34" /><Relationship Type="http://schemas.openxmlformats.org/officeDocument/2006/relationships/image" Target="/ppt/media/image103.png" Id="R9a2936d6ff00474f" /><Relationship Type="http://schemas.openxmlformats.org/officeDocument/2006/relationships/image" Target="/ppt/media/image104.png" Id="R6abc1737cc784e62" /><Relationship Type="http://schemas.openxmlformats.org/officeDocument/2006/relationships/image" Target="/ppt/media/image105.png" Id="Reead98d9c2a54222" /><Relationship Type="http://schemas.openxmlformats.org/officeDocument/2006/relationships/notesSlide" Target="/ppt/notesSlides/notesSlide41.xml" Id="R9b68aad9cdef402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3e2456c254118" /><Relationship Type="http://schemas.openxmlformats.org/officeDocument/2006/relationships/image" Target="/ppt/media/image106.png" Id="Refd4e3a07f99431a" /><Relationship Type="http://schemas.openxmlformats.org/officeDocument/2006/relationships/notesSlide" Target="/ppt/notesSlides/notesSlide42.xml" Id="Rc8d5846ebaf0475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23fce2be9476a" /><Relationship Type="http://schemas.openxmlformats.org/officeDocument/2006/relationships/image" Target="/ppt/media/image107.png" Id="Rc21d6427fd4448b9" /><Relationship Type="http://schemas.openxmlformats.org/officeDocument/2006/relationships/image" Target="/ppt/media/image108.png" Id="R19aec918bec5483e" /><Relationship Type="http://schemas.openxmlformats.org/officeDocument/2006/relationships/image" Target="/ppt/media/image109.png" Id="R17df147a87a4430b" /><Relationship Type="http://schemas.openxmlformats.org/officeDocument/2006/relationships/image" Target="/ppt/media/image110.png" Id="R827cade289d54fba" /><Relationship Type="http://schemas.openxmlformats.org/officeDocument/2006/relationships/image" Target="/ppt/media/image111.png" Id="R9e089bf3827c4395" /><Relationship Type="http://schemas.openxmlformats.org/officeDocument/2006/relationships/notesSlide" Target="/ppt/notesSlides/notesSlide43.xml" Id="Rcd6d1051738b47f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b0c6244944cfd" /><Relationship Type="http://schemas.openxmlformats.org/officeDocument/2006/relationships/image" Target="/ppt/media/image112.png" Id="R8e3892087bb74423" /><Relationship Type="http://schemas.openxmlformats.org/officeDocument/2006/relationships/image" Target="/ppt/media/image113.png" Id="R89ead4ec66a943cb" /><Relationship Type="http://schemas.openxmlformats.org/officeDocument/2006/relationships/image" Target="/ppt/media/image114.png" Id="R373414e2ebab4b93" /><Relationship Type="http://schemas.openxmlformats.org/officeDocument/2006/relationships/notesSlide" Target="/ppt/notesSlides/notesSlide44.xml" Id="R8d0206eb39e8496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b8abc28484b88" /><Relationship Type="http://schemas.openxmlformats.org/officeDocument/2006/relationships/image" Target="/ppt/media/image115.png" Id="Rf1f312d766d64523" /><Relationship Type="http://schemas.openxmlformats.org/officeDocument/2006/relationships/image" Target="/ppt/media/image116.png" Id="R220112376f4e48cd" /><Relationship Type="http://schemas.openxmlformats.org/officeDocument/2006/relationships/image" Target="/ppt/media/image117.png" Id="Rca92a030133441f2" /><Relationship Type="http://schemas.openxmlformats.org/officeDocument/2006/relationships/notesSlide" Target="/ppt/notesSlides/notesSlide45.xml" Id="R573d634a69874b7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d0d2d6bb646c7" /><Relationship Type="http://schemas.openxmlformats.org/officeDocument/2006/relationships/notesSlide" Target="/ppt/notesSlides/notesSlide46.xml" Id="R7c337328e7bb43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e49126096442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CA29D-42C4-42F0-9D6F-A0AF6B8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F4881-C49A-4E5E-B2B2-A1110E4C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ELECTROMAGNETISM 2026 · WEEK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FE242-FEF7-4DC0-B45E-E4A12C00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810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곡선좌표와 특이점에서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전기장으로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832F3-46AC-45CD-A09A-75560D68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1EE19-DC33-4D35-853C-2C8F430C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Griffiths §1.4–§1.6 · §2.1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335FD-7697-4AA4-AD64-CC24E712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9월 17일 강의 · 9월 21일 연습</a:t>
            </a:r>
          </a:p>
        </p:txBody>
      </p:sp>
    </p:spTree>
    <p:extLst>
      <p:ext uri="{BB962C8B-B14F-4D97-AF65-F5344CB8AC3E}">
        <p14:creationId xmlns:p14="http://schemas.microsoft.com/office/powerpoint/2010/main" val="238075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020671-BF46-43E7-B4D7-FEF2EC7C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W03 / COURSE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126F-FD04-4FDA-A0D9-97CC2020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3주차 수업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BDF90-5059-4473-A403-A3CF4C7E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83E33-C10A-413D-889A-457C405A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33044-CA98-43D1-9F2A-74F21143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232EE-FA05-4C2B-B466-69A24C65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752BF-CF95-4F5A-A8C2-8CADADD5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강의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E4BCC-86D2-4F10-BC7F-0153667A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9.17 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3CB6B-A6D5-4639-BC6E-06E15859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좌표 → 특이점 → 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19FAC-C177-4CE6-85AB-3C8E558D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26273-7C63-48A6-8FE9-AB70578D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연습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37926-C667-4316-89FE-114A9FEA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9.21 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D05B6-FD14-49A9-8E9B-4EB9AFCF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30분 문제풀이 ×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F093F-C937-4029-83FD-1C8388D6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71247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2C605-CA38-4856-B0EB-3C3DFF30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0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4604E-DE61-4A4F-850F-BF8F8690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33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08774-ADE7-476D-8729-FD509248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33650"/>
            <a:ext cx="548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구면·원통좌표의 미소요소를 쓴다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E4D31-8E13-4951-BC78-42C12EB7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4800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06B833-4BE9-4273-B29F-846DF464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95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88E13-F512-4D7A-A244-D35A4BF6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95625"/>
            <a:ext cx="548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델타함수를 선택·정규화한다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26731-4B72-4FA7-87E8-CDDC5DF1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09975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C0575-4030-41B1-B3E3-4590471C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57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9392E-2307-4688-97A1-7693811B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57600"/>
            <a:ext cx="548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특이점의 분포 의미를 설명한다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64078-DB10-4866-BFC1-670B8895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719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740022-86F7-477A-820B-DE07878D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95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121C95-E5A6-4223-AA5A-DEB47CC3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19575"/>
            <a:ext cx="548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div·curl·경계조건으로 장을 읽는다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37669F-916A-4314-A893-8E18526D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33925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70A01E-686E-445E-B21E-E687F63A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81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32A52A-7211-432A-A4EB-96D1BA94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81550"/>
            <a:ext cx="548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점·연속전하의 전기장을 구성한다</a:t>
            </a:r>
          </a:p>
        </p:txBody>
      </p:sp>
    </p:spTree>
    <p:extLst>
      <p:ext uri="{BB962C8B-B14F-4D97-AF65-F5344CB8AC3E}">
        <p14:creationId xmlns:p14="http://schemas.microsoft.com/office/powerpoint/2010/main" val="334325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C90FCE-77B0-470E-B093-24D29289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W02 → W03 /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75204-961E-4CEF-B9ED-5813D5E5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경계를 계산하던 도구가 전기장을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F7BAD-B365-47D6-A1F3-7E7278F4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5226F-BCA5-4EFC-B7BE-FD37E54C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70A19-4D96-48D9-B862-7B510EFE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19C62-0E2E-471F-BF1F-5568F080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F822E-A4D5-4770-8802-5A6DA3F0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15636-6699-42ED-AD5B-31E1E2CE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526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곡선좌표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845E2-6705-4E79-AE0C-BE1636FA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811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대칭에 맞는 언어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65738-669E-404E-910B-E301B7CE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0022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GEOMETRY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51096-F50F-4D2E-8488-56E77FFE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81250"/>
            <a:ext cx="967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19AD8-0154-44DD-9251-13F9FAF8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E3180-4AE7-4803-9BCB-A7C399DE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336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델타함수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2A138-75A1-4A4F-8330-57822C89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622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점 원천의 밀도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B3197-AD4E-4B2E-8D91-92831D25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SINGULAR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20ABD-CB74-420A-A455-7527B62A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62325"/>
            <a:ext cx="967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98EB8-3485-4BB9-8531-F656CCF8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F055A-DB3F-490F-BD24-5EFB451B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14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벡터장 이론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98983-69DE-40C8-BE6C-A8BFD708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433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div·curl로 장 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628C1-A5F1-4E75-9609-8D7997EA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623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STRUCTURE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ACBAE-79E1-4606-9379-51CEF512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967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FC8F51-B089-4C38-AE15-8228441E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61A3B-76C7-47A0-9113-D254BC24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958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전기장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002234-E254-4519-8EDA-25748F98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244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원천에서 힘으로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EDAA98-7A61-4E14-8397-A86AA4BF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7434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PHYSICS</a:t>
            </a:r>
          </a:p>
        </p:txBody>
      </p:sp>
    </p:spTree>
    <p:extLst>
      <p:ext uri="{BB962C8B-B14F-4D97-AF65-F5344CB8AC3E}">
        <p14:creationId xmlns:p14="http://schemas.microsoft.com/office/powerpoint/2010/main" val="1515464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B6330-EB9D-454F-ACFE-FFEBB60B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CORE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48C30-9760-43E4-9025-6B7F0317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이번 주의 세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67261-F20A-4CC3-BD93-875E3873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61CA4-2238-4E57-96F8-66DF8AF7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5D8F4-FECD-4F28-8D27-731A03F9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C079E-9111-44F5-A9B7-1E3061E7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0992E-A858-41F7-8B89-3B1AD478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276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ED688-26FD-45AB-902B-73173CC8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029DC-A027-4285-BF24-719270BE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81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좌표가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대칭을 드러내는가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51734-50CF-4627-8414-F6AA2096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A29B4-974B-4D0E-84EF-20CA13EB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미소 길이와 부피가 바뀐다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CA11B-E733-4347-86F5-8707680C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276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FAA9B-34B3-4247-A09C-E0840FA6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7D357-5118-43E5-A19B-E64808FC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281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점의 원천을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어떻게 밀도로 쓰는가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96441-F420-495E-82C2-5C4881B1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43350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DB31C-C47E-4263-9BCB-2D93821B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델타함수가 총량을 보존한다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F533D-E914-44A0-8036-8457E64E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276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24D3A-37CE-466A-95EA-E8A63D13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01555-9E3F-4B4C-8F15-9308FC30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281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원천들이 만든 힘을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어떻게 장으로 합치는가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6FF95-CE2E-487E-9DCA-47FB3439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43350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612A8-7BBA-4CD4-A782-D53982DB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중첩원리가 합을 적분으로 바꾼다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71B908-E5C6-45C0-8EBF-93D15CC7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세 질문의 공통어: 위치 · 방향 · 총량</a:t>
            </a:r>
          </a:p>
        </p:txBody>
      </p:sp>
    </p:spTree>
    <p:extLst>
      <p:ext uri="{BB962C8B-B14F-4D97-AF65-F5344CB8AC3E}">
        <p14:creationId xmlns:p14="http://schemas.microsoft.com/office/powerpoint/2010/main" val="8706099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62073-23F0-44B3-9B37-A1FE4ABE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1.4 / WHY CURVILINEAR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3F7C4-2350-47B4-B65F-975750FF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대칭을 좌표축에 맞추면 계산이 짧아진다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284B6-C049-4A44-AA0F-AE203334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BEDAA-B975-4C80-A2E0-AE66CC01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842F2-C6D8-4EED-836B-BA71018C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10945-71CD-445A-9C97-7F78D7E8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61212-C53B-4642-AAA1-8B8C1B07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직교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D2DE3-F89B-465E-87B7-FA6C89C6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71750"/>
            <a:ext cx="171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1F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03213-39F9-4855-B5C5-DE6FA1B2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479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3E22C-5D10-49D8-B47A-8FF7B98B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평면·상자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8708322674308"/>
          <a:stretch xmlns:a="http://schemas.openxmlformats.org/drawingml/2006/main"/>
        </p:blipFill>
        <p:spPr>
          <a:xfrm xmlns:a="http://schemas.openxmlformats.org/drawingml/2006/main">
            <a:off x="1448572" y="5010150"/>
            <a:ext cx="1598655" cy="514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27E09-2229-4005-8699-97B93B1E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716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D4F87-4082-4C3F-9FCC-7A0C446A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1790700" cy="800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C85AA-48B5-4738-903E-0ECD083B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30FDE-BBF1-4405-97DB-7B15910A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0" cy="2152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1F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0ABD6-4944-466F-A615-D7A3B371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529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축·선전하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a2f5b4bac4422"/>
          <a:stretch xmlns:a="http://schemas.openxmlformats.org/drawingml/2006/main"/>
        </p:blipFill>
        <p:spPr>
          <a:xfrm xmlns:a="http://schemas.openxmlformats.org/drawingml/2006/main">
            <a:off x="4480611" y="5010150"/>
            <a:ext cx="2849777" cy="5143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0FF62-4E62-43B9-822B-9473526E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716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구면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2AC19-71AA-46C0-B031-0C5A3EA0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1943100" cy="1943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C43BE9-0133-4A7C-ABD0-3E9AE2B6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05150"/>
            <a:ext cx="1714500" cy="590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1F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F9952-5769-4CE3-B0E8-7B10576B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14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2CD60-7170-49E5-BE8A-0A5E58BE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529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점·구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4d7a8736c4e12"/>
          <a:stretch xmlns:a="http://schemas.openxmlformats.org/drawingml/2006/main"/>
        </p:blipFill>
        <p:spPr>
          <a:xfrm xmlns:a="http://schemas.openxmlformats.org/drawingml/2006/main">
            <a:off x="7924800" y="5042518"/>
            <a:ext cx="3276600" cy="449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57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1AF11-0990-480A-8F9D-C583510E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1.4 / MOVING BASIS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0ED4C-E0D2-4E5C-B3DF-D8741CDD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곡선좌표의 단위벡터는 위치와 함께 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80DE3-F6A8-4D95-BA33-159D2725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545B8-192A-4C2C-A8DD-AEC7DF4E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E855A-20BD-42F1-8408-4AD47E6A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40F79-1430-434E-9093-65CF0AC2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738A3-1251-41FC-BDB2-26C87F80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57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5B012-8F60-422A-90C5-2FAD6389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457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5CE61-6293-4D3C-99B8-3FF67CE0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02852">
            <a:off x="2985132" y="3100388"/>
            <a:ext cx="140208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solidFill>
              <a:srgbClr val="E0F0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BD570-3FF9-46C9-9DD3-BA376340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597148">
            <a:off x="6547482" y="3100388"/>
            <a:ext cx="140208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solidFill>
              <a:srgbClr val="E0F0FE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e55ead12e4512"/>
          <a:stretch xmlns:a="http://schemas.openxmlformats.org/drawingml/2006/main"/>
        </p:blipFill>
        <p:spPr>
          <a:xfrm xmlns:a="http://schemas.openxmlformats.org/drawingml/2006/main">
            <a:off x="4286250" y="2343150"/>
            <a:ext cx="810759" cy="41910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e64de8aed45d8"/>
          <a:stretch xmlns:a="http://schemas.openxmlformats.org/drawingml/2006/main"/>
        </p:blipFill>
        <p:spPr>
          <a:xfrm xmlns:a="http://schemas.openxmlformats.org/drawingml/2006/main">
            <a:off x="5875791" y="2343150"/>
            <a:ext cx="810759" cy="4191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FC957-177A-49EF-85F3-0DFA140E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2286000" cy="2286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40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F5507-78F3-46F9-B0B6-4DAC422F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48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928D8-786D-4A7C-9670-AAF2C353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101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같은 기호 ≠ 같은 방향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F3734-0CD1-47FE-AD26-4044A9B4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38800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다른 점의 성분을 그대로 더하거나 단위벡터를 적분 밖으로 꺼내지 않는다</a:t>
            </a:r>
          </a:p>
        </p:txBody>
      </p:sp>
    </p:spTree>
    <p:extLst>
      <p:ext uri="{BB962C8B-B14F-4D97-AF65-F5344CB8AC3E}">
        <p14:creationId xmlns:p14="http://schemas.microsoft.com/office/powerpoint/2010/main" val="10009068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16DA52-CA5D-45FA-9236-26136DE6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1.4.1 / SPHERICAL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540B2-2D35-48EC-AF13-B9571C6A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구면좌표는 거리·극각·방위각으로 위치를 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8FC3D-0C2D-4A69-A6DB-8B5F87E5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1C473-A51E-44AA-8091-5BA76089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B8DF1-0388-4765-8044-D9739FDC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2769A-7742-4A8E-90DE-EA65B414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07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ee78b254c45fd"/>
          <a:stretch xmlns:a="http://schemas.openxmlformats.org/drawingml/2006/main"/>
        </p:blipFill>
        <p:spPr>
          <a:xfrm xmlns:a="http://schemas.openxmlformats.org/drawingml/2006/main">
            <a:off x="609600" y="1826041"/>
            <a:ext cx="6858000" cy="44366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4DA9B-5420-44BF-8C14-CDB33F69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81513"/>
            <a:ext cx="180975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FA226-6908-4E24-B67D-40DFBA97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829550" y="3357563"/>
            <a:ext cx="22479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2BB22-551B-4F8C-A053-528FB6C3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45752">
            <a:off x="7438150" y="4948238"/>
            <a:ext cx="1659101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472AE-53AC-4E92-878C-E21C7ED2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3434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45819-B57D-4929-A11C-ADDD3A71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03EB9-EE5C-46FC-AFB4-ABFE7292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911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08435-D23C-4BCC-8C78-2AE1284E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348264">
            <a:off x="8560092" y="3729038"/>
            <a:ext cx="1796467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BF8E6-2732-4648-BF4F-FB94D5F6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bfb0abcbf409a"/>
          <a:stretch xmlns:a="http://schemas.openxmlformats.org/drawingml/2006/main"/>
        </p:blipFill>
        <p:spPr>
          <a:xfrm xmlns:a="http://schemas.openxmlformats.org/drawingml/2006/main">
            <a:off x="10096500" y="2686050"/>
            <a:ext cx="1239419" cy="4000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6dcd0ad4649d6"/>
          <a:stretch xmlns:a="http://schemas.openxmlformats.org/drawingml/2006/main"/>
        </p:blipFill>
        <p:spPr>
          <a:xfrm xmlns:a="http://schemas.openxmlformats.org/drawingml/2006/main">
            <a:off x="685800" y="3162300"/>
            <a:ext cx="1016000" cy="43815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331a22c6d47e0"/>
          <a:stretch xmlns:a="http://schemas.openxmlformats.org/drawingml/2006/main"/>
        </p:blipFill>
        <p:spPr>
          <a:xfrm xmlns:a="http://schemas.openxmlformats.org/drawingml/2006/main">
            <a:off x="685800" y="3867150"/>
            <a:ext cx="1639233" cy="4381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554c23077418f"/>
          <a:stretch xmlns:a="http://schemas.openxmlformats.org/drawingml/2006/main"/>
        </p:blipFill>
        <p:spPr>
          <a:xfrm xmlns:a="http://schemas.openxmlformats.org/drawingml/2006/main">
            <a:off x="685800" y="4572000"/>
            <a:ext cx="1791086" cy="4381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79386-E048-4653-97AF-7499FBE9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극각은 양의 축에서 아래로 잰다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5051B-6366-4A94-A5A7-826ED90D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57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방위각은 수평면에서 잰다</a:t>
            </a:r>
          </a:p>
        </p:txBody>
      </p:sp>
    </p:spTree>
    <p:extLst>
      <p:ext uri="{BB962C8B-B14F-4D97-AF65-F5344CB8AC3E}">
        <p14:creationId xmlns:p14="http://schemas.microsoft.com/office/powerpoint/2010/main" val="1135758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6A6A8-1020-4528-803B-CADC78D2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1.4.1 / SCALE FACTORS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F887B-94FD-4BD8-9474-33001474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구면좌표의 스케일 인자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45573-C0C0-497A-8642-37542360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D1398-92E7-4BB4-B29E-A248AF1F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1D91C-1A7B-46BD-A2B7-CB3D4C45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AC9D9-7672-43D5-8CE5-27847070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FAB05-2D4D-4B43-8559-47A85D16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43E62-282B-462B-B558-9404413E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반지름 방향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1cd983a4e4505"/>
          <a:stretch xmlns:a="http://schemas.openxmlformats.org/drawingml/2006/main"/>
        </p:blipFill>
        <p:spPr>
          <a:xfrm xmlns:a="http://schemas.openxmlformats.org/drawingml/2006/main">
            <a:off x="762000" y="2019300"/>
            <a:ext cx="86058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4AC9F-F228-418B-8D92-93F78B81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24063"/>
            <a:ext cx="1714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87452-ECE1-4127-BEC5-7DB6B43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764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5F6A2-D403-4F60-87DA-0749C62B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907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극각 방향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59fd2262b420e"/>
          <a:stretch xmlns:a="http://schemas.openxmlformats.org/drawingml/2006/main"/>
        </p:blipFill>
        <p:spPr>
          <a:xfrm xmlns:a="http://schemas.openxmlformats.org/drawingml/2006/main">
            <a:off x="4495800" y="2019300"/>
            <a:ext cx="849257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CA467-FCC9-4579-8FB5-A80087EC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24063"/>
            <a:ext cx="1714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E233B-96BF-414B-A4B6-E8B68779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EC84B-AF2A-4B7C-8A7A-49DB0DFA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방위각 방향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230c083594793"/>
          <a:stretch xmlns:a="http://schemas.openxmlformats.org/drawingml/2006/main"/>
        </p:blipFill>
        <p:spPr>
          <a:xfrm xmlns:a="http://schemas.openxmlformats.org/drawingml/2006/main">
            <a:off x="8229600" y="2019300"/>
            <a:ext cx="1221888" cy="3238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462acd5e0453e"/>
          <a:stretch xmlns:a="http://schemas.openxmlformats.org/drawingml/2006/main"/>
        </p:blipFill>
        <p:spPr>
          <a:xfrm xmlns:a="http://schemas.openxmlformats.org/drawingml/2006/main">
            <a:off x="1190350" y="2895600"/>
            <a:ext cx="9811301" cy="102870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c527ecfd841fd"/>
          <a:stretch xmlns:a="http://schemas.openxmlformats.org/drawingml/2006/main"/>
        </p:blipFill>
        <p:spPr>
          <a:xfrm xmlns:a="http://schemas.openxmlformats.org/drawingml/2006/main">
            <a:off x="3360728" y="4305300"/>
            <a:ext cx="5470543" cy="8763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E671E-7A0B-4497-B179-5C781AD3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각도 미소량은 무차원이며 선요소의 각 항은 길이 차원을 갖는다</a:t>
            </a:r>
          </a:p>
        </p:txBody>
      </p:sp>
    </p:spTree>
    <p:extLst>
      <p:ext uri="{BB962C8B-B14F-4D97-AF65-F5344CB8AC3E}">
        <p14:creationId xmlns:p14="http://schemas.microsoft.com/office/powerpoint/2010/main" val="17575273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11956-0271-460E-8958-963807CC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1.4.1 / OPERATORS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FFC59-6CCB-4E14-9DED-0EFB8BB8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구면 미분은 scale factor를 기억한다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3B31E-4C43-4865-A88A-D13985C5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130B8-3E78-4EF6-8DCD-BF62CF02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3F4B8-43B0-4B3A-BF54-E7B48804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ACB46-5CD1-40A3-A7C9-30247D48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09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206612e754de8"/>
          <a:stretch xmlns:a="http://schemas.openxmlformats.org/drawingml/2006/main"/>
        </p:blipFill>
        <p:spPr>
          <a:xfrm xmlns:a="http://schemas.openxmlformats.org/drawingml/2006/main">
            <a:off x="2649836" y="1581150"/>
            <a:ext cx="6892327" cy="1085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8A49A-24EC-44A1-8E11-372AEBAB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3c86242e54078"/>
          <a:stretch xmlns:a="http://schemas.openxmlformats.org/drawingml/2006/main"/>
        </p:blipFill>
        <p:spPr>
          <a:xfrm xmlns:a="http://schemas.openxmlformats.org/drawingml/2006/main">
            <a:off x="616843" y="3124200"/>
            <a:ext cx="10958315" cy="1238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FB7D9-D6E3-495C-80E0-0A25B083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E0998-F52C-4370-B6E0-5B7634A8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암기보다 구조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289CC-C8D5-4687-A9D1-DFE65E57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958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방향별 변화율 ÷ 그 방향의 실제 길이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27751-4B3F-4BB7-A638-90BE8B86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Appendix A의 일반 직교곡선좌표 공식으로 재구성 가능</a:t>
            </a:r>
          </a:p>
        </p:txBody>
      </p:sp>
    </p:spTree>
    <p:extLst>
      <p:ext uri="{BB962C8B-B14F-4D97-AF65-F5344CB8AC3E}">
        <p14:creationId xmlns:p14="http://schemas.microsoft.com/office/powerpoint/2010/main" val="3117264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E5964-F9FB-4992-8B66-3DFDC6B4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1.4.1 / WORKED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011C4-9E04-446C-8497-C25E5BAA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같은 스칼라장을 두 좌표계로 검산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8312E-7350-4D77-89B0-838906CF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618BA-61B8-44A9-A3DB-A83EC76D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22EC6-4C05-4761-8FA0-B5FC4DA0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0AD39-410F-41B9-9F8D-FFA0D6EB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d915d5d6f4a44"/>
          <a:stretch xmlns:a="http://schemas.openxmlformats.org/drawingml/2006/main"/>
        </p:blipFill>
        <p:spPr>
          <a:xfrm xmlns:a="http://schemas.openxmlformats.org/drawingml/2006/main">
            <a:off x="609600" y="1984904"/>
            <a:ext cx="10972800" cy="199284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55EF7-3806-4644-BFAE-509E0962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9F320-C740-414A-B851-53AE0599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직교좌표 검산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a2c2a44d6483d"/>
          <a:stretch xmlns:a="http://schemas.openxmlformats.org/drawingml/2006/main"/>
        </p:blipFill>
        <p:spPr>
          <a:xfrm xmlns:a="http://schemas.openxmlformats.org/drawingml/2006/main">
            <a:off x="3105150" y="4871307"/>
            <a:ext cx="7239000" cy="52533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09598-7F68-4032-A7D1-F25FA940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좌표 표현은 달라도 물리량은 같다</a:t>
            </a:r>
          </a:p>
        </p:txBody>
      </p:sp>
    </p:spTree>
    <p:extLst>
      <p:ext uri="{BB962C8B-B14F-4D97-AF65-F5344CB8AC3E}">
        <p14:creationId xmlns:p14="http://schemas.microsoft.com/office/powerpoint/2010/main" val="6232895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D06D4-4A67-4A1C-9CD7-5BAA75FD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1.4.2 / CYLINDRICAL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45C9D-CD8B-4E85-8E8C-1B7E0084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원통좌표는 축 대칭을 그대로 보존한다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EA488-7CDA-4662-BBBC-3A6229D3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217E8-EDB8-46A8-A2F7-2C559174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EC340-F71D-4A32-8533-AD6E6A49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3D0C4-8011-4CA0-A2E0-10D70680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11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f4a958bab468e"/>
          <a:stretch xmlns:a="http://schemas.openxmlformats.org/drawingml/2006/main"/>
        </p:blipFill>
        <p:spPr>
          <a:xfrm xmlns:a="http://schemas.openxmlformats.org/drawingml/2006/main">
            <a:off x="609600" y="1740568"/>
            <a:ext cx="6667500" cy="51936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97F24-5C5E-4A78-AC5C-5158CB82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86313"/>
            <a:ext cx="203835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6B0C1-7658-4229-97D0-2C8195F1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543800" y="3548063"/>
            <a:ext cx="24765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151D4-E2F6-4F6D-822E-34F6F018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238500" cy="1371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5BDCB-6F14-461C-B334-0F37564F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4315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8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C8B9F-FF89-4CFF-9FBF-20F3C9E0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34315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1CC28-3E32-4294-9396-58A4612B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3238500" cy="1371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20F0C-B675-484A-882A-D2F60E4A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69133">
            <a:off x="8755173" y="4610100"/>
            <a:ext cx="112055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BC318-AB0D-4257-ABD2-7BC88F4A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14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6879E-2F17-4F21-8124-0CFE886D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235A4-BFCF-48F6-A9A2-215F9A69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같은 방위각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B13AC-4528-477E-B577-96BE49E8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구면좌표와 원통좌표에서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방위각의 의미는 같다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8D5D30-AB6E-4C37-A82E-E2A450ED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s는 z축까지 거리 · r은 원점까지 거리</a:t>
            </a:r>
          </a:p>
        </p:txBody>
      </p:sp>
    </p:spTree>
    <p:extLst>
      <p:ext uri="{BB962C8B-B14F-4D97-AF65-F5344CB8AC3E}">
        <p14:creationId xmlns:p14="http://schemas.microsoft.com/office/powerpoint/2010/main" val="8014881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1A52F-D503-4C8B-B46A-90A21F26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1.4.2 / SCALE FACTORS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7D650-4D35-4014-A881-AC4C5245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원통좌표의 스케일 인자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4A076-CB33-4A28-A23B-799A3D80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3C4D0-2F19-4F96-B638-DD054941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D2962-05E1-4139-A0A1-1DEF05AC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3112B-8103-4512-A672-D44714F7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2F6C7-2AD3-4F05-8403-0072717E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31BE1-BFCC-4C04-AD9A-5C1E8DEF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반지름 방향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3cf8ace754e12"/>
          <a:stretch xmlns:a="http://schemas.openxmlformats.org/drawingml/2006/main"/>
        </p:blipFill>
        <p:spPr>
          <a:xfrm xmlns:a="http://schemas.openxmlformats.org/drawingml/2006/main">
            <a:off x="762000" y="2019300"/>
            <a:ext cx="86058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0D029-95EA-4599-8A95-0DC98AFA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24063"/>
            <a:ext cx="1714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EC1BC-5B2A-42FB-8295-EAF16CCE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764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99E9E-D299-4897-846F-C7B78945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907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방위각 방향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96462af56425f"/>
          <a:stretch xmlns:a="http://schemas.openxmlformats.org/drawingml/2006/main"/>
        </p:blipFill>
        <p:spPr>
          <a:xfrm xmlns:a="http://schemas.openxmlformats.org/drawingml/2006/main">
            <a:off x="4495800" y="2019300"/>
            <a:ext cx="789128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3F78C-03EB-4857-9491-2F18FDF4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24063"/>
            <a:ext cx="1714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AD201-9706-44C1-A32D-D09B3BC3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2E87F-A620-4E1A-8A18-27FEEE97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축 방향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e15fad1f04d68"/>
          <a:stretch xmlns:a="http://schemas.openxmlformats.org/drawingml/2006/main"/>
        </p:blipFill>
        <p:spPr>
          <a:xfrm xmlns:a="http://schemas.openxmlformats.org/drawingml/2006/main">
            <a:off x="8229600" y="2019300"/>
            <a:ext cx="860580" cy="32385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dcef7e4514692"/>
          <a:stretch xmlns:a="http://schemas.openxmlformats.org/drawingml/2006/main"/>
        </p:blipFill>
        <p:spPr>
          <a:xfrm xmlns:a="http://schemas.openxmlformats.org/drawingml/2006/main">
            <a:off x="609600" y="3182690"/>
            <a:ext cx="10972800" cy="816471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1722F-56C0-4E07-8281-A4F95A42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9F7C7-5CFB-4718-88C8-F7FA8B4A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면적요소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13e09d8b644ee"/>
          <a:stretch xmlns:a="http://schemas.openxmlformats.org/drawingml/2006/main"/>
        </p:blipFill>
        <p:spPr>
          <a:xfrm xmlns:a="http://schemas.openxmlformats.org/drawingml/2006/main">
            <a:off x="2305050" y="4828171"/>
            <a:ext cx="2705100" cy="363959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238df7668436e"/>
          <a:stretch xmlns:a="http://schemas.openxmlformats.org/drawingml/2006/main"/>
        </p:blipFill>
        <p:spPr>
          <a:xfrm xmlns:a="http://schemas.openxmlformats.org/drawingml/2006/main">
            <a:off x="5429250" y="4828171"/>
            <a:ext cx="2705100" cy="363959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0f037080c40ef"/>
          <a:stretch xmlns:a="http://schemas.openxmlformats.org/drawingml/2006/main"/>
        </p:blipFill>
        <p:spPr>
          <a:xfrm xmlns:a="http://schemas.openxmlformats.org/drawingml/2006/main">
            <a:off x="8553450" y="4845112"/>
            <a:ext cx="2286000" cy="3300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719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47CB3-4DA5-4D91-AA2E-6632B8D2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1.4.2 / OPERATORS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F851A-A63F-4FB2-88AE-AAE71341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원통좌표의 미분연산자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99D7A-B918-48DE-9EE9-AD6460C0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E1FA8-19D6-4350-AD6B-D21E1D28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E34D4-F4BD-489D-8653-DFA952AB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41AC9-F4C7-48E8-AD0A-D49C1C07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13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96a6fc4ce46ad"/>
          <a:stretch xmlns:a="http://schemas.openxmlformats.org/drawingml/2006/main"/>
        </p:blipFill>
        <p:spPr>
          <a:xfrm xmlns:a="http://schemas.openxmlformats.org/drawingml/2006/main">
            <a:off x="3106877" y="1562100"/>
            <a:ext cx="5978247" cy="228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4BAB0-EB8F-4D78-925C-A76DBD41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276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B9BF5-D893-4E83-83F5-789F093D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gradient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ba95224d744af"/>
          <a:stretch xmlns:a="http://schemas.openxmlformats.org/drawingml/2006/main"/>
        </p:blipFill>
        <p:spPr>
          <a:xfrm xmlns:a="http://schemas.openxmlformats.org/drawingml/2006/main">
            <a:off x="800100" y="4876800"/>
            <a:ext cx="519545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EC8EA-C1C2-4DD0-BEE3-C2C9670C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62450"/>
            <a:ext cx="3276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60BF9-9D8A-4A92-955B-50F53062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529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divergence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275acda1840c7"/>
          <a:stretch xmlns:a="http://schemas.openxmlformats.org/drawingml/2006/main"/>
        </p:blipFill>
        <p:spPr>
          <a:xfrm xmlns:a="http://schemas.openxmlformats.org/drawingml/2006/main">
            <a:off x="4457700" y="4876800"/>
            <a:ext cx="819215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FA199-9971-4BE8-9182-3F36699E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62450"/>
            <a:ext cx="3276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D2312-D3B5-41AE-A4F0-8E7F67D0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volume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f173e2bc54fee"/>
          <a:stretch xmlns:a="http://schemas.openxmlformats.org/drawingml/2006/main"/>
        </p:blipFill>
        <p:spPr>
          <a:xfrm xmlns:a="http://schemas.openxmlformats.org/drawingml/2006/main">
            <a:off x="8115300" y="4876800"/>
            <a:ext cx="1151594" cy="4572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E45E2-9178-4F7D-B172-A8E73005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curl도 같은 scale factor 구조에서 유도된다</a:t>
            </a:r>
          </a:p>
        </p:txBody>
      </p:sp>
    </p:spTree>
    <p:extLst>
      <p:ext uri="{BB962C8B-B14F-4D97-AF65-F5344CB8AC3E}">
        <p14:creationId xmlns:p14="http://schemas.microsoft.com/office/powerpoint/2010/main" val="15226230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4565D7-5DCB-4BB0-BC13-135752FF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COORDINATE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B5523-8E7E-49E4-9A99-1B42CE86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좌표계는 장식이 아니라 대칭에 대한 가설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84F41-FE9C-48AA-9482-61AF66A4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F8D97-FF0F-4392-903F-6DA8F1C9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7346A-BB6B-4854-BABA-01FD2EEC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C7D8D-3B11-4723-9C8C-8268D3E6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C262E-6477-4735-8C58-8390A53D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BF6DE-77DB-4600-8E92-36AE02F0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669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점전하 · 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EF66C-1AAB-40BA-A914-380A9AF4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62163"/>
            <a:ext cx="15621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AF643-D07F-48F1-BE59-A1FECCFF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669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구면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5FC1E-1A0F-48B3-A659-B1A49800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05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중심 거리만 남는가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F6A9C-4D72-4996-BB79-17C2989D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90800"/>
            <a:ext cx="965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5F364-8FFD-49D1-B2AA-7EF7F975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6A4CE-9324-47FD-8AA5-063BAB66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670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무한선 · 원통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B3C78-F5B0-4B98-8888-C7F39811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62313"/>
            <a:ext cx="15621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64105-567E-4936-A9E4-3D17CF54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원통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B4D2B-CD6F-4CA4-9F77-1FF2FF18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05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축에서의 거리만 남는가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8B9DA-F689-4E3B-BAE2-EDB4E398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90950"/>
            <a:ext cx="965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6ECDE-0980-47E6-9DAC-62FCFDA8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221B9-2601-4C8D-857A-C31CB0C0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무한평면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F5774-2F6D-4C4D-9D4B-D3A50A9D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62463"/>
            <a:ext cx="15621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BA6F7-B664-48CD-8E8C-A64C8CA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직교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7D725E-041E-49E5-920C-6DD272BB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053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높이만 남는가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5FC9F-A41A-4D80-A8D9-4004E250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0C16E6-6754-4FA2-BBDF-6CCBC21D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67375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선택 기준: 경계와 원천이 좌표면 또는 좌표선과 겹치는가</a:t>
            </a:r>
          </a:p>
        </p:txBody>
      </p:sp>
    </p:spTree>
    <p:extLst>
      <p:ext uri="{BB962C8B-B14F-4D97-AF65-F5344CB8AC3E}">
        <p14:creationId xmlns:p14="http://schemas.microsoft.com/office/powerpoint/2010/main" val="18197424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9E471-5C84-490B-8391-E527BB14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1.5.1 / THE PARADOX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EF82D-0082-4146-95B9-ED3C9E69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점 특이점과 구면 플럭스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D3EF3-8655-42FC-8D2A-938A24DB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91D1C-1E1C-48F7-B3B0-72E80431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BE7F4-0753-442E-B6E5-239E0A99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EC836-03FF-4004-B1C9-76D7543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15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fe0f91c4849b7"/>
          <a:stretch xmlns:a="http://schemas.openxmlformats.org/drawingml/2006/main"/>
        </p:blipFill>
        <p:spPr>
          <a:xfrm xmlns:a="http://schemas.openxmlformats.org/drawingml/2006/main">
            <a:off x="1829486" y="1619250"/>
            <a:ext cx="8533027" cy="1257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26945-F231-4D06-8E5B-52E92C8F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81413-7322-4868-9A08-6D7012E9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48163"/>
            <a:ext cx="9144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B013F-B0B2-4172-A1BA-09E7FAE5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271813" y="4819626"/>
            <a:ext cx="9144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512B5-EE45-443A-A550-A9E79228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00350" y="5014913"/>
            <a:ext cx="9144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B8D9B-0394-4478-B693-5684E195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2328887" y="4819626"/>
            <a:ext cx="9144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76C4A-8F7C-4DB3-AFAE-F414D6B5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133600" y="4348163"/>
            <a:ext cx="9144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A7EF3-00D2-4C17-A0B5-0B00E4AB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00000">
            <a:off x="2328887" y="3876699"/>
            <a:ext cx="9144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A330A-F99F-4E69-A2BD-D685078A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800350" y="3681413"/>
            <a:ext cx="9144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C37E5-BD2C-4A0D-83F9-C66EC983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3271813" y="3876699"/>
            <a:ext cx="9144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11AE9-3FF6-4814-9D9C-4387053F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33750"/>
            <a:ext cx="0" cy="2152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4054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b4d431f3547ae"/>
          <a:stretch xmlns:a="http://schemas.openxmlformats.org/drawingml/2006/main"/>
        </p:blipFill>
        <p:spPr>
          <a:xfrm xmlns:a="http://schemas.openxmlformats.org/drawingml/2006/main">
            <a:off x="6800850" y="3505200"/>
            <a:ext cx="996078" cy="4762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9CA89-B016-4D05-BA6F-54F02505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623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국소 발산 0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3ab311dc04b11"/>
          <a:stretch xmlns:a="http://schemas.openxmlformats.org/drawingml/2006/main"/>
        </p:blipFill>
        <p:spPr>
          <a:xfrm xmlns:a="http://schemas.openxmlformats.org/drawingml/2006/main">
            <a:off x="6800850" y="4438650"/>
            <a:ext cx="1145865" cy="4762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89FD99-2DB3-4451-8BCB-7924B474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9580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장이 발산 · 보통 미분 불가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8CE4C-46F2-4EA3-9740-9056731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플럭스 전체가 한 점의 기여</a:t>
            </a:r>
          </a:p>
        </p:txBody>
      </p:sp>
    </p:spTree>
    <p:extLst>
      <p:ext uri="{BB962C8B-B14F-4D97-AF65-F5344CB8AC3E}">
        <p14:creationId xmlns:p14="http://schemas.microsoft.com/office/powerpoint/2010/main" val="722896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17CD2-A74E-4C5C-9CDD-93D9B190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1.5.2 / DISTRIBUTION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3C2D0-A578-430E-AD6C-0D4605A3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델타함수는 높이가 아니라 적분 작용으로 정의한다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871DE-E37E-4958-85CA-4B400709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C1AC7-1D97-4465-9C14-325C1DB8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70655-3E30-4EF5-B4D1-E1C91DF3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8DF4C-E3F8-4591-9CF8-FD9DC22E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9cfda80d14c04"/>
          <a:stretch xmlns:a="http://schemas.openxmlformats.org/drawingml/2006/main"/>
        </p:blipFill>
        <p:spPr>
          <a:xfrm xmlns:a="http://schemas.openxmlformats.org/drawingml/2006/main">
            <a:off x="609600" y="1600200"/>
            <a:ext cx="5858027" cy="95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CD7CF-3A2C-405F-8F18-F410DFA4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952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2E010-E298-4866-9021-2D092782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00638"/>
            <a:ext cx="39814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B5793-BFE0-4957-8DE4-235E8603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105775" y="4157663"/>
            <a:ext cx="18859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8b64640954288"/>
          <a:stretch xmlns:a="http://schemas.openxmlformats.org/drawingml/2006/main"/>
        </p:blipFill>
        <p:spPr>
          <a:xfrm xmlns:a="http://schemas.openxmlformats.org/drawingml/2006/main">
            <a:off x="7539127" y="2266950"/>
            <a:ext cx="3400245" cy="81915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5e61077734f04"/>
          <a:stretch xmlns:a="http://schemas.openxmlformats.org/drawingml/2006/main"/>
        </p:blipFill>
        <p:spPr>
          <a:xfrm xmlns:a="http://schemas.openxmlformats.org/drawingml/2006/main">
            <a:off x="7984872" y="3295650"/>
            <a:ext cx="473328" cy="34290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a9fdf4bfc4a79"/>
          <a:stretch xmlns:a="http://schemas.openxmlformats.org/drawingml/2006/main"/>
        </p:blipFill>
        <p:spPr>
          <a:xfrm xmlns:a="http://schemas.openxmlformats.org/drawingml/2006/main">
            <a:off x="8889229" y="5219700"/>
            <a:ext cx="319041" cy="2857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f7098db234908"/>
          <a:stretch xmlns:a="http://schemas.openxmlformats.org/drawingml/2006/main"/>
        </p:blipFill>
        <p:spPr>
          <a:xfrm xmlns:a="http://schemas.openxmlformats.org/drawingml/2006/main">
            <a:off x="9728765" y="3924300"/>
            <a:ext cx="1478420" cy="4191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DEA61-F25A-42D2-924C-CA2CBB0C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정규화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9A806-D53D-4509-A475-565517DC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폭 → 0, 높이 → ∞여도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적분값은 1로 유지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0687F-4A28-4221-BE8B-9C3E7049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단위는 argument 단위의 역수</a:t>
            </a:r>
          </a:p>
        </p:txBody>
      </p:sp>
    </p:spTree>
    <p:extLst>
      <p:ext uri="{BB962C8B-B14F-4D97-AF65-F5344CB8AC3E}">
        <p14:creationId xmlns:p14="http://schemas.microsoft.com/office/powerpoint/2010/main" val="7549514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07D4AF-8E98-4162-8F8A-13C943BB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1.5.2 /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C5A1B-CDE4-4D94-8C31-A379F52E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적분 안에서 한 점의 값을 선택한다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5BA42-A55E-449C-A9D6-80F01BC7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BED44-D6CF-4AF5-8E75-10865C66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04CEE-55E8-4AAD-9733-0D95212E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8C429-4895-4D7D-B8D4-2C8D832A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CE2BE-22CF-48B3-B497-6B3673B4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ECE12-2224-497D-B956-96B6FA47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4ad8fcaf04018"/>
          <a:stretch xmlns:a="http://schemas.openxmlformats.org/drawingml/2006/main"/>
        </p:blipFill>
        <p:spPr>
          <a:xfrm xmlns:a="http://schemas.openxmlformats.org/drawingml/2006/main">
            <a:off x="762000" y="2019300"/>
            <a:ext cx="546373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3BEA8-6DF5-4973-8775-C2A6E592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24063"/>
            <a:ext cx="1714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A52D6-1947-4E45-AA8B-746C2A1C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764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B4C36-AEF8-4536-BDD4-539C32E3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907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선택자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55dc116e24f57"/>
          <a:stretch xmlns:a="http://schemas.openxmlformats.org/drawingml/2006/main"/>
        </p:blipFill>
        <p:spPr>
          <a:xfrm xmlns:a="http://schemas.openxmlformats.org/drawingml/2006/main">
            <a:off x="4495800" y="2019300"/>
            <a:ext cx="913933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AB196-2400-4255-9854-268854F0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24063"/>
            <a:ext cx="1714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7FDF6-E745-40C8-8AC8-DF3C3E25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9774A-861D-4EFE-AFB5-B5C390D6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출력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664b67f6e4693"/>
          <a:stretch xmlns:a="http://schemas.openxmlformats.org/drawingml/2006/main"/>
        </p:blipFill>
        <p:spPr>
          <a:xfrm xmlns:a="http://schemas.openxmlformats.org/drawingml/2006/main">
            <a:off x="8229600" y="2019300"/>
            <a:ext cx="536439" cy="3238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537530ba34694"/>
          <a:stretch xmlns:a="http://schemas.openxmlformats.org/drawingml/2006/main"/>
        </p:blipFill>
        <p:spPr>
          <a:xfrm xmlns:a="http://schemas.openxmlformats.org/drawingml/2006/main">
            <a:off x="3301188" y="2990850"/>
            <a:ext cx="5589623" cy="12192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8B05D-242D-4DB2-9FDC-4D6E9A0A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조건  선택점이 적분구간 안에 있어야 한다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9662D-D8BE-4564-BE3B-FE0D411C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67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밖에 있으면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C32D4-9C89-4D0A-AA44-62D15EDB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f664be02f4998"/>
          <a:stretch xmlns:a="http://schemas.openxmlformats.org/drawingml/2006/main"/>
        </p:blipFill>
        <p:spPr>
          <a:xfrm xmlns:a="http://schemas.openxmlformats.org/drawingml/2006/main">
            <a:off x="5386852" y="5467350"/>
            <a:ext cx="1418296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487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582B9-6287-40D1-8F45-7FDCB926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1.5.2 / JACOBIAN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728E2-6210-4FAB-9C76-B06F4750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argument가 늘어나면 spike의 면적을 보정한다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CA029-19EC-481C-90F3-5090FE5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74809-4C28-43D8-BFFA-A181A8F4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F4A01-EDEB-406B-98A2-55C9CCDB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D0BF6-528E-4CB2-843E-C8969066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18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4d6def63f4bd4"/>
          <a:stretch xmlns:a="http://schemas.openxmlformats.org/drawingml/2006/main"/>
        </p:blipFill>
        <p:spPr>
          <a:xfrm xmlns:a="http://schemas.openxmlformats.org/drawingml/2006/main">
            <a:off x="2756993" y="1695450"/>
            <a:ext cx="6678015" cy="1162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13969-903F-4944-9AE6-717BA3A2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4E822-9EA7-44D7-A06E-DC75B8B0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위치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c0553ac1a453d"/>
          <a:stretch xmlns:a="http://schemas.openxmlformats.org/drawingml/2006/main"/>
        </p:blipFill>
        <p:spPr>
          <a:xfrm xmlns:a="http://schemas.openxmlformats.org/drawingml/2006/main">
            <a:off x="3524250" y="3295650"/>
            <a:ext cx="3213652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7D997-369A-4DEE-8D5A-D9BC6DF3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7075A-CB0B-493D-A55A-1CD2E0BF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76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폭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1e829452e4da7"/>
          <a:stretch xmlns:a="http://schemas.openxmlformats.org/drawingml/2006/main"/>
        </p:blipFill>
        <p:spPr>
          <a:xfrm xmlns:a="http://schemas.openxmlformats.org/drawingml/2006/main">
            <a:off x="3524250" y="4038600"/>
            <a:ext cx="2412221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0843F-EC3B-439C-BFE5-E2456DDB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BC016-9872-4CEA-972B-A636D491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9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높이·정규화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6c1a060e244fa"/>
          <a:stretch xmlns:a="http://schemas.openxmlformats.org/drawingml/2006/main"/>
        </p:blipFill>
        <p:spPr>
          <a:xfrm xmlns:a="http://schemas.openxmlformats.org/drawingml/2006/main">
            <a:off x="3524250" y="4781550"/>
            <a:ext cx="2398196" cy="4572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1D7AB-E626-4BBA-B648-80FB5FE1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절댓값은 변수변환의 방향 반전을 포함한다</a:t>
            </a:r>
          </a:p>
        </p:txBody>
      </p:sp>
    </p:spTree>
    <p:extLst>
      <p:ext uri="{BB962C8B-B14F-4D97-AF65-F5344CB8AC3E}">
        <p14:creationId xmlns:p14="http://schemas.microsoft.com/office/powerpoint/2010/main" val="5633525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4B734-A8BA-4D29-B1B1-A9160D25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1.5.3 / THREE DIMENSIONS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6B3FB-80F9-423A-ADC9-F3FFBB4F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3차원 델타는 체적적분에서 위치를 고른다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BA26A-AE90-4225-BABA-890AA9D2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4870D-A965-4DBA-9328-3F4D09E8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11D08-EB72-445A-AA4E-9C2DD6B6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F5825-44E6-4317-8FF7-0B5B3422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19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fa46fa2de41cc"/>
          <a:stretch xmlns:a="http://schemas.openxmlformats.org/drawingml/2006/main"/>
        </p:blipFill>
        <p:spPr>
          <a:xfrm xmlns:a="http://schemas.openxmlformats.org/drawingml/2006/main">
            <a:off x="787570" y="1619250"/>
            <a:ext cx="10616859" cy="1219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B9298-8585-4157-991D-DDBAACCF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1054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FC0A3-4CA6-4E47-B453-AACD0FA0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점전하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401ad5b8941d8"/>
          <a:stretch xmlns:a="http://schemas.openxmlformats.org/drawingml/2006/main"/>
        </p:blipFill>
        <p:spPr>
          <a:xfrm xmlns:a="http://schemas.openxmlformats.org/drawingml/2006/main">
            <a:off x="876300" y="4248150"/>
            <a:ext cx="2932951" cy="5524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7b644542e4988"/>
          <a:stretch xmlns:a="http://schemas.openxmlformats.org/drawingml/2006/main"/>
        </p:blipFill>
        <p:spPr>
          <a:xfrm xmlns:a="http://schemas.openxmlformats.org/drawingml/2006/main">
            <a:off x="876300" y="4857750"/>
            <a:ext cx="785333" cy="400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F9506-E047-4074-89CB-EDC9FDF9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51054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10DF8-D10A-420B-B25D-1981B44D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957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위치 선택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6c81f1d4840d6"/>
          <a:stretch xmlns:a="http://schemas.openxmlformats.org/drawingml/2006/main"/>
        </p:blipFill>
        <p:spPr>
          <a:xfrm xmlns:a="http://schemas.openxmlformats.org/drawingml/2006/main">
            <a:off x="6743700" y="4248150"/>
            <a:ext cx="2647156" cy="5524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41BF3-D518-4F9D-9A7E-6F94B402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source point를 정확히 보존</a:t>
            </a:r>
          </a:p>
        </p:txBody>
      </p:sp>
    </p:spTree>
    <p:extLst>
      <p:ext uri="{BB962C8B-B14F-4D97-AF65-F5344CB8AC3E}">
        <p14:creationId xmlns:p14="http://schemas.microsoft.com/office/powerpoint/2010/main" val="10123083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F3228-2F0C-4D99-A1C1-FCEC25C8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1.5.3 / COORDINATE MEASURE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0D001-E2A9-4DBF-81C7-27D17F4C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델타함수와 체적요소의 Jacobian을 함께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E6172-B0A8-4471-AF18-DFCD7E5A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5B3C5-AB93-4279-BF57-77DA280D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8C7A8-22E6-4AC3-AFEA-CDD7C289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C28BA-F9BF-47F2-9D31-22EBAE99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20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4a5423e0d47c9"/>
          <a:stretch xmlns:a="http://schemas.openxmlformats.org/drawingml/2006/main"/>
        </p:blipFill>
        <p:spPr>
          <a:xfrm xmlns:a="http://schemas.openxmlformats.org/drawingml/2006/main">
            <a:off x="609600" y="1721315"/>
            <a:ext cx="10972800" cy="111032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7B23F-9935-46AA-BF27-63677BC5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정규화 검산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94e5eb4654e31"/>
          <a:stretch xmlns:a="http://schemas.openxmlformats.org/drawingml/2006/main"/>
        </p:blipFill>
        <p:spPr>
          <a:xfrm xmlns:a="http://schemas.openxmlformats.org/drawingml/2006/main">
            <a:off x="3594980" y="3905250"/>
            <a:ext cx="5002040" cy="647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082B7-BF2D-4AB7-816D-926A188B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00600"/>
            <a:ext cx="21336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2e7281f7d4f6d"/>
          <a:stretch xmlns:a="http://schemas.openxmlformats.org/drawingml/2006/main"/>
        </p:blipFill>
        <p:spPr>
          <a:xfrm xmlns:a="http://schemas.openxmlformats.org/drawingml/2006/main">
            <a:off x="4191257" y="4591050"/>
            <a:ext cx="552193" cy="41910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8ec0716f54827"/>
          <a:stretch xmlns:a="http://schemas.openxmlformats.org/drawingml/2006/main"/>
        </p:blipFill>
        <p:spPr>
          <a:xfrm xmlns:a="http://schemas.openxmlformats.org/drawingml/2006/main">
            <a:off x="7410450" y="4591050"/>
            <a:ext cx="589359" cy="4191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A640B-2E4C-496B-8148-40680C69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결과: 총전하 보존</a:t>
            </a:r>
          </a:p>
        </p:txBody>
      </p:sp>
    </p:spTree>
    <p:extLst>
      <p:ext uri="{BB962C8B-B14F-4D97-AF65-F5344CB8AC3E}">
        <p14:creationId xmlns:p14="http://schemas.microsoft.com/office/powerpoint/2010/main" val="16834232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1155E-830A-48C6-893D-DC5E15CD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1.5.3 / SINGULAR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3DF9E-D317-4910-9840-25817CFD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점의 원천을 미분식에 남긴다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2BA61-1E16-46CE-8531-AC78E1EC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D14AB-5002-4548-A4AD-2EF60062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5A836-C63F-4639-83EA-F126DDDA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F694B-155F-433E-B0A3-B4AD6923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21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474d1c84a484d"/>
          <a:stretch xmlns:a="http://schemas.openxmlformats.org/drawingml/2006/main"/>
        </p:blipFill>
        <p:spPr>
          <a:xfrm xmlns:a="http://schemas.openxmlformats.org/drawingml/2006/main">
            <a:off x="1459682" y="1695450"/>
            <a:ext cx="9272637" cy="1447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0EE29-4AC6-4AD4-A3EF-E8B50D22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533B6-3908-473F-B687-4B369BA1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원점 밖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b07a422294d60"/>
          <a:stretch xmlns:a="http://schemas.openxmlformats.org/drawingml/2006/main"/>
        </p:blipFill>
        <p:spPr>
          <a:xfrm xmlns:a="http://schemas.openxmlformats.org/drawingml/2006/main">
            <a:off x="762000" y="4076700"/>
            <a:ext cx="1220304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88999-64E3-4630-B1A1-8BE755DE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81463"/>
            <a:ext cx="1714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99278-273F-44F7-BD99-BF1999B7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0BFFE-CDCC-45FB-8656-5CEABA62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원점 포함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30e19d7e54789"/>
          <a:stretch xmlns:a="http://schemas.openxmlformats.org/drawingml/2006/main"/>
        </p:blipFill>
        <p:spPr>
          <a:xfrm xmlns:a="http://schemas.openxmlformats.org/drawingml/2006/main">
            <a:off x="4495800" y="4076700"/>
            <a:ext cx="1010509" cy="3238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4CD87-9798-4397-8E76-F59E7B5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081463"/>
            <a:ext cx="1714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098A7-3CD3-41FD-B99D-3B3D7F11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338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95F39-B45E-4B94-AFBA-A0D22A74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분포 의미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01d59b1b84475"/>
          <a:stretch xmlns:a="http://schemas.openxmlformats.org/drawingml/2006/main"/>
        </p:blipFill>
        <p:spPr>
          <a:xfrm xmlns:a="http://schemas.openxmlformats.org/drawingml/2006/main">
            <a:off x="8229600" y="4076700"/>
            <a:ext cx="764140" cy="3238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EDECD-4490-4351-81AE-026BFCA8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다음 단계: 이 항등식이 점전하의 가우스 법칙을 만든다</a:t>
            </a:r>
          </a:p>
        </p:txBody>
      </p:sp>
    </p:spTree>
    <p:extLst>
      <p:ext uri="{BB962C8B-B14F-4D97-AF65-F5344CB8AC3E}">
        <p14:creationId xmlns:p14="http://schemas.microsoft.com/office/powerpoint/2010/main" val="18301973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09417-2A35-41C7-AF70-68BBCBAC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1.6.1 /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2F42D-01C4-401D-8B59-52B4F9F3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divergence와 curl을 알면 장을 복원할 수 있을까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82013-3300-4AE6-9998-1D9A7289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68E7A-8813-4A3A-AFD8-6B632C92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B250C-16B3-485F-83FE-F9DE1D87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89FCA-7873-4FE1-AA52-376A7032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310dc5e154e4e"/>
          <a:stretch xmlns:a="http://schemas.openxmlformats.org/drawingml/2006/main"/>
        </p:blipFill>
        <p:spPr>
          <a:xfrm xmlns:a="http://schemas.openxmlformats.org/drawingml/2006/main">
            <a:off x="609600" y="1830817"/>
            <a:ext cx="10972800" cy="79606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12EF3-D9B3-46A3-814F-2111D49F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부족한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97BFF-72DE-4586-8449-7FAD2752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33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0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CA0C9-C366-41FA-9408-80CDD66E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BDBEE-4B64-41AA-9809-052B3697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671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일관성 조건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6e7d5c96f4dea"/>
          <a:stretch xmlns:a="http://schemas.openxmlformats.org/drawingml/2006/main"/>
        </p:blipFill>
        <p:spPr>
          <a:xfrm xmlns:a="http://schemas.openxmlformats.org/drawingml/2006/main">
            <a:off x="6858000" y="3962400"/>
            <a:ext cx="2277717" cy="6286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54816-F963-48AC-A170-A159B193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curl의 divergence는 항상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17683-229E-4E3B-B657-A8D0A543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미분방정식은 경계조건과 한 세트</a:t>
            </a:r>
          </a:p>
        </p:txBody>
      </p:sp>
    </p:spTree>
    <p:extLst>
      <p:ext uri="{BB962C8B-B14F-4D97-AF65-F5344CB8AC3E}">
        <p14:creationId xmlns:p14="http://schemas.microsoft.com/office/powerpoint/2010/main" val="108176628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CCDA1-8087-4C2F-AD9A-B9292DA2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1.6.1 / HELMHOLTZ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7CB71-C969-4FD1-B16B-490A56D2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두 미분정보와 경계가 장을 유일하게 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2879E-E8D0-42FB-9ABA-1A2C7ED0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02FF4-2899-4524-92B1-375C3CDE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AA6FE-9A0A-4689-AB05-E5349C11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440FB-43CA-406B-8B24-EEF9CD40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23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67c17ad4c4998"/>
          <a:stretch xmlns:a="http://schemas.openxmlformats.org/drawingml/2006/main"/>
        </p:blipFill>
        <p:spPr>
          <a:xfrm xmlns:a="http://schemas.openxmlformats.org/drawingml/2006/main">
            <a:off x="609600" y="1947602"/>
            <a:ext cx="10972800" cy="88634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FED77-5660-4CDA-AFF0-DC8FB2D8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3A422-6EDB-48B2-8537-7CE925FB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발산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5E2B0-8941-489C-BDB0-9D92EC61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원천·흡수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455D5-4DB7-4578-ACC1-BBDF7430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3276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C65B4-4571-46EB-B717-8B83D776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624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회전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AE692-9B60-4326-AA91-1C933D41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국소 순환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A507B-D903-472E-AFFC-D00DACF8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3276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C3BDD-19F7-4C15-8539-F83E95D8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경계조건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0068C-C64C-4B85-A906-F111298A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남는 자유도 고정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7BBC6-2726-41C3-A0AA-CEF07F52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전자기학의 법칙이 div와 curl로 쓰이는 이유</a:t>
            </a:r>
          </a:p>
        </p:txBody>
      </p:sp>
    </p:spTree>
    <p:extLst>
      <p:ext uri="{BB962C8B-B14F-4D97-AF65-F5344CB8AC3E}">
        <p14:creationId xmlns:p14="http://schemas.microsoft.com/office/powerpoint/2010/main" val="1820196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D9A47-A04B-4E35-9769-F5CE06EB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1.6.2 / CURL-FREE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60197-F154-4F6B-8482-5B005DAF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회전이 없으면 스칼라 퍼텐셜로 쓸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0893C-46A4-4DC1-B5F1-165783A4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D23AB-89F3-4DA9-8C12-CFC9293B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83C69-262A-4D13-8F5D-96C11550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D93D2-E621-49D7-B1D1-3EFDABF6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339e5cffa4e8e"/>
          <a:stretch xmlns:a="http://schemas.openxmlformats.org/drawingml/2006/main"/>
        </p:blipFill>
        <p:spPr>
          <a:xfrm xmlns:a="http://schemas.openxmlformats.org/drawingml/2006/main">
            <a:off x="820173" y="1714500"/>
            <a:ext cx="10551654" cy="12001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4e3be8082452b"/>
          <a:stretch xmlns:a="http://schemas.openxmlformats.org/drawingml/2006/main"/>
        </p:blipFill>
        <p:spPr>
          <a:xfrm xmlns:a="http://schemas.openxmlformats.org/drawingml/2006/main">
            <a:off x="952500" y="3371850"/>
            <a:ext cx="1951551" cy="476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CA398-DE02-4426-A701-80BE2FE4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575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국소 회전 없음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f821f473f4565"/>
          <a:stretch xmlns:a="http://schemas.openxmlformats.org/drawingml/2006/main"/>
        </p:blipFill>
        <p:spPr>
          <a:xfrm xmlns:a="http://schemas.openxmlformats.org/drawingml/2006/main">
            <a:off x="952500" y="4071606"/>
            <a:ext cx="2571750" cy="44833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205D1-887F-46DD-9CD2-9539D2A9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433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폐곡선 순환 0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8e347a7f84c23"/>
          <a:stretch xmlns:a="http://schemas.openxmlformats.org/drawingml/2006/main"/>
        </p:blipFill>
        <p:spPr>
          <a:xfrm xmlns:a="http://schemas.openxmlformats.org/drawingml/2006/main">
            <a:off x="952500" y="4743450"/>
            <a:ext cx="2005263" cy="476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A7E0B-6E94-41D0-BD40-56E055CF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291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끝점 차로 계산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6C543-D1DC-42AB-80E5-69DBA4E0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퍼텐셜에는 임의의 상수를 더할 수 있다</a:t>
            </a:r>
          </a:p>
        </p:txBody>
      </p:sp>
    </p:spTree>
    <p:extLst>
      <p:ext uri="{BB962C8B-B14F-4D97-AF65-F5344CB8AC3E}">
        <p14:creationId xmlns:p14="http://schemas.microsoft.com/office/powerpoint/2010/main" val="21459001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46E84-1DEF-48B4-980E-8EE93092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1.6.2 / DIVERGENCE-FREE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3DB87-8892-478C-AF93-23217A9F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원천이 없으면 벡터 퍼텐셜의 curl로 쓸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3D6C4-FDB2-4FEC-A653-F5ABCC9E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98B93-635D-4219-BB9D-D5E34D48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25386-1D5F-4A9D-8859-15CAF30C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E840C-C395-4CBC-9093-DDBAE99C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6e76cabc04831"/>
          <a:stretch xmlns:a="http://schemas.openxmlformats.org/drawingml/2006/main"/>
        </p:blipFill>
        <p:spPr>
          <a:xfrm xmlns:a="http://schemas.openxmlformats.org/drawingml/2006/main">
            <a:off x="880583" y="1695450"/>
            <a:ext cx="10430834" cy="1200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A24D4-CB2D-47DD-9742-42E51395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5105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89CF0-BEA8-452E-899A-2CF461ED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장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db44e84c6404e"/>
          <a:stretch xmlns:a="http://schemas.openxmlformats.org/drawingml/2006/main"/>
        </p:blipFill>
        <p:spPr>
          <a:xfrm xmlns:a="http://schemas.openxmlformats.org/drawingml/2006/main">
            <a:off x="895350" y="4248150"/>
            <a:ext cx="2503418" cy="590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C4B8B-1515-4520-9119-A6582CE3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5105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37A7B-6317-44E4-8CE5-03A7C2C9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3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gauge 자유도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cac0331e447f7"/>
          <a:stretch xmlns:a="http://schemas.openxmlformats.org/drawingml/2006/main"/>
        </p:blipFill>
        <p:spPr>
          <a:xfrm xmlns:a="http://schemas.openxmlformats.org/drawingml/2006/main">
            <a:off x="6762750" y="4248150"/>
            <a:ext cx="3451525" cy="5905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4E1B7-BB41-4856-84A2-F5956F74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그래디언트를 더해도 벡터장은 변하지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2689282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8DD36-CDB8-4000-ABEC-416BACD4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1.6.2 / DECOMPOSITION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A04D0-008F-4562-9AC0-36A92CE9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모든 벡터장은 두 종류의 구조로 분해된다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D8BBF-93FF-4139-B57B-66C0D916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2FFB1-E4AA-4CD7-8A0B-47F5D262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869F4-8E2C-4715-A63D-659A957F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34B1E-A067-4CB2-87D8-4E396E75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86356225c4bbf"/>
          <a:stretch xmlns:a="http://schemas.openxmlformats.org/drawingml/2006/main"/>
        </p:blipFill>
        <p:spPr>
          <a:xfrm xmlns:a="http://schemas.openxmlformats.org/drawingml/2006/main">
            <a:off x="1494666" y="1714500"/>
            <a:ext cx="9202668" cy="12763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47a06f34f4a73"/>
          <a:stretch xmlns:a="http://schemas.openxmlformats.org/drawingml/2006/main"/>
        </p:blipFill>
        <p:spPr>
          <a:xfrm xmlns:a="http://schemas.openxmlformats.org/drawingml/2006/main">
            <a:off x="1973895" y="3638550"/>
            <a:ext cx="1843410" cy="742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76218-47EB-430F-A5D4-38480DBD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57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curl-free 성분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83A88-F71C-4DF8-B98A-5C558DC6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43350"/>
            <a:ext cx="91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1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+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65520b2d0478b"/>
          <a:stretch xmlns:a="http://schemas.openxmlformats.org/drawingml/2006/main"/>
        </p:blipFill>
        <p:spPr>
          <a:xfrm xmlns:a="http://schemas.openxmlformats.org/drawingml/2006/main">
            <a:off x="8304869" y="3638550"/>
            <a:ext cx="1983062" cy="7429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C9E1C-36E2-4830-A981-D5547DB8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57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divergence-free 성분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985E5-A5FB-43CB-B774-FF84E370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다음: 전기장은 원천 전하가 만드는 벡터장</a:t>
            </a:r>
          </a:p>
        </p:txBody>
      </p:sp>
    </p:spTree>
    <p:extLst>
      <p:ext uri="{BB962C8B-B14F-4D97-AF65-F5344CB8AC3E}">
        <p14:creationId xmlns:p14="http://schemas.microsoft.com/office/powerpoint/2010/main" val="144245003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5B4DEB-6BE3-4EF1-BDA6-8683E56C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2.1.1 / THE PHYSICAL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B9F15-27B8-4F66-871A-7348D213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원천전하들이 시험전하에 어떤 힘을 주는가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E9AF2-59E5-4570-96BC-1E236F10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18851-80FB-43E3-9F24-F9A8676A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0DBEF-C171-450E-BEF8-D1E29736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C0C39-D347-4ED0-89F5-0ED273A3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DA16F-149D-408D-AF67-BDC2710B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86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2db01e96b402b"/>
          <a:stretch xmlns:a="http://schemas.openxmlformats.org/drawingml/2006/main"/>
        </p:blipFill>
        <p:spPr>
          <a:xfrm xmlns:a="http://schemas.openxmlformats.org/drawingml/2006/main">
            <a:off x="2628900" y="3943350"/>
            <a:ext cx="542441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00239-375D-4F64-9EFF-6454A3AB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88c4c9f3b4e68"/>
          <a:stretch xmlns:a="http://schemas.openxmlformats.org/drawingml/2006/main"/>
        </p:blipFill>
        <p:spPr>
          <a:xfrm xmlns:a="http://schemas.openxmlformats.org/drawingml/2006/main">
            <a:off x="3676650" y="2914650"/>
            <a:ext cx="542441" cy="4000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5F1F5-E1C9-4BE1-98FA-31697210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469670bb54db1"/>
          <a:stretch xmlns:a="http://schemas.openxmlformats.org/drawingml/2006/main"/>
        </p:blipFill>
        <p:spPr>
          <a:xfrm xmlns:a="http://schemas.openxmlformats.org/drawingml/2006/main">
            <a:off x="4019550" y="5086350"/>
            <a:ext cx="542441" cy="4000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FBF65-EC73-4557-9184-7CD84574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F9AB4-9CDA-427A-946A-5FCAF9E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00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AB6F6-34CD-4F49-9666-98CE9C08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05213"/>
            <a:ext cx="54864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5F0BD-83BD-4406-B07C-85C5B26D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7184">
            <a:off x="4197040" y="3114675"/>
            <a:ext cx="4559919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72545-0668-427D-A83C-622F3B3A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45047">
            <a:off x="4522262" y="4200525"/>
            <a:ext cx="4252376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1E614-3691-4CE2-8A46-D514A53F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76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source charges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60224-AB62-4781-9517-986A9EEC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76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charge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8D115-4491-438F-BE54-963F6884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정전기학: 원천전하는 정지</a:t>
            </a:r>
          </a:p>
        </p:txBody>
      </p:sp>
    </p:spTree>
    <p:extLst>
      <p:ext uri="{BB962C8B-B14F-4D97-AF65-F5344CB8AC3E}">
        <p14:creationId xmlns:p14="http://schemas.microsoft.com/office/powerpoint/2010/main" val="13828488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D9B1B-82A3-46B2-BF5E-625BC09C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2.1 / NOTATION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D8B1C-A87E-4DD6-85F4-14C57D62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source point와 field point를 끝까지 분리한다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A0EB1-63A9-4BF0-BEE4-93CED872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AFA6B-39F5-4D5C-9F2D-FD07BF18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01DF4-8EE8-4397-A278-CA09BFE4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580FA-8994-4205-B18C-D99AAFE4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f99d539b04f82"/>
          <a:stretch xmlns:a="http://schemas.openxmlformats.org/drawingml/2006/main"/>
        </p:blipFill>
        <p:spPr>
          <a:xfrm xmlns:a="http://schemas.openxmlformats.org/drawingml/2006/main">
            <a:off x="1581509" y="1619250"/>
            <a:ext cx="9028981" cy="1219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320F1-48D7-4507-AAEA-5D10F3BD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62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b53401f1c4fdd"/>
          <a:stretch xmlns:a="http://schemas.openxmlformats.org/drawingml/2006/main"/>
        </p:blipFill>
        <p:spPr>
          <a:xfrm xmlns:a="http://schemas.openxmlformats.org/drawingml/2006/main">
            <a:off x="2343150" y="4762500"/>
            <a:ext cx="440359" cy="4191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5E43E-7478-4628-9F2C-18EB8998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05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B7FF1-7917-4CA2-9FE4-7584C9DE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81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B128A-24A3-4122-82EA-4DB53989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6324">
            <a:off x="2857263" y="4052888"/>
            <a:ext cx="611552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e5276406e4937"/>
          <a:stretch xmlns:a="http://schemas.openxmlformats.org/drawingml/2006/main"/>
        </p:blipFill>
        <p:spPr>
          <a:xfrm xmlns:a="http://schemas.openxmlformats.org/drawingml/2006/main">
            <a:off x="5422364" y="3619500"/>
            <a:ext cx="2033073" cy="5143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67039-4184-4DAD-841C-CF30504B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적분 변수는 원천점이며 관측점은 고정한다</a:t>
            </a:r>
          </a:p>
        </p:txBody>
      </p:sp>
    </p:spTree>
    <p:extLst>
      <p:ext uri="{BB962C8B-B14F-4D97-AF65-F5344CB8AC3E}">
        <p14:creationId xmlns:p14="http://schemas.microsoft.com/office/powerpoint/2010/main" val="16549459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23C337-3E92-480E-BFCD-4E7FDF86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2.1.2 / COULOMB'S LAW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5BFF6-F82D-4B4A-A222-5CB78F40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거리의 제곱으로 약해지고 분리벡터 방향을 따른다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019CE-4DBB-4A05-A888-A5F4BF4F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DA2B5-FF89-4262-A269-8E69910F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A8D35-C85B-43A3-925B-D280A7B8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2985F-EAF1-4B4C-A98D-80A734BC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5DF7F-0CDA-4000-857D-DBC50239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59934-0FC2-451D-B794-E5A7D5A3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원천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d1a8dea434889"/>
          <a:stretch xmlns:a="http://schemas.openxmlformats.org/drawingml/2006/main"/>
        </p:blipFill>
        <p:spPr>
          <a:xfrm xmlns:a="http://schemas.openxmlformats.org/drawingml/2006/main">
            <a:off x="762000" y="2019300"/>
            <a:ext cx="30189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BC402-08D2-4513-80B7-9B97F2E9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24063"/>
            <a:ext cx="1714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849D1-6A8B-4E06-B0C6-E60724B0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764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3D3D4-C309-4473-87D6-E3CB5436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907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거리·방향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dc7e837f9470a"/>
          <a:stretch xmlns:a="http://schemas.openxmlformats.org/drawingml/2006/main"/>
        </p:blipFill>
        <p:spPr>
          <a:xfrm xmlns:a="http://schemas.openxmlformats.org/drawingml/2006/main">
            <a:off x="4495800" y="2019300"/>
            <a:ext cx="551234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87938-8002-4552-8747-E5D9B43A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24063"/>
            <a:ext cx="1714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AEFF0-F315-4779-8E90-01DEF8B4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50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DA02B-A1C2-40C0-9122-E3766936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시험전하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e572588e14d34"/>
          <a:stretch xmlns:a="http://schemas.openxmlformats.org/drawingml/2006/main"/>
        </p:blipFill>
        <p:spPr>
          <a:xfrm xmlns:a="http://schemas.openxmlformats.org/drawingml/2006/main">
            <a:off x="8229600" y="2019300"/>
            <a:ext cx="1170674" cy="32385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6d8f254f34d8e"/>
          <a:stretch xmlns:a="http://schemas.openxmlformats.org/drawingml/2006/main"/>
        </p:blipFill>
        <p:spPr>
          <a:xfrm xmlns:a="http://schemas.openxmlformats.org/drawingml/2006/main">
            <a:off x="4302871" y="2990850"/>
            <a:ext cx="3586258" cy="12573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10BE3-D206-4DD1-95B9-AD898E12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96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같은 부호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8ACBB-67BA-4758-9078-D65C673D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196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반발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8A104D-399A-4017-B4B5-4FABC4FC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96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다른 부호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9750BF-EB96-4163-AAAA-B4DE94C7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196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인력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2919fb5d64ab4"/>
          <a:stretch xmlns:a="http://schemas.openxmlformats.org/drawingml/2006/main"/>
        </p:blipFill>
        <p:spPr>
          <a:xfrm xmlns:a="http://schemas.openxmlformats.org/drawingml/2006/main">
            <a:off x="4220966" y="5657850"/>
            <a:ext cx="3750067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84923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B6EDE-8A36-419D-A4D9-219E9D44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2.1.3 / SUPERPOSITION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54D83-BE91-4A47-9AED-CD632FEA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시험전하를 떼어내면 전기장이 남는다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1E2DF-E3D1-47DE-8E07-FFC6DC69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80FD3-827E-492F-9CCF-4D59F5F5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361F1-BC28-4CE6-8125-E1D6D77A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5006B-996D-4BD1-BE96-0CFB16D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30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32e94cc874426"/>
          <a:stretch xmlns:a="http://schemas.openxmlformats.org/drawingml/2006/main"/>
        </p:blipFill>
        <p:spPr>
          <a:xfrm xmlns:a="http://schemas.openxmlformats.org/drawingml/2006/main">
            <a:off x="2380964" y="1657350"/>
            <a:ext cx="7430072" cy="1295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61051-7FA4-4984-9C10-0728B2D7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51054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64CA9-71CE-44A6-B89C-3C11DDF4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BEE68-F20A-4EB0-857E-615BFC20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시험전하 값에 의존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ADEDA-42A8-4444-9564-B57F2CF5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51054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06951-FA19-4D01-A0BC-4C937E8F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528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전기장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72A17-EBAB-4866-B762-0B1ADB17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원천전하 배치가 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B36F2-714E-411F-854F-D20FF2FA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전기장은 공간의 각 점에 벡터를 배정</a:t>
            </a:r>
          </a:p>
        </p:txBody>
      </p:sp>
    </p:spTree>
    <p:extLst>
      <p:ext uri="{BB962C8B-B14F-4D97-AF65-F5344CB8AC3E}">
        <p14:creationId xmlns:p14="http://schemas.microsoft.com/office/powerpoint/2010/main" val="210031655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85BF6-D848-481E-AE50-198D958A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2.1.3 / SYMMETRY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0B46D-5F8A-4A9E-8963-B1CB3671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두 같은 전하: 수평 성분은 지워지고 축 성분은 더해진다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498BC-033F-4546-BB18-ADE26E42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35AF5-DC91-4340-8686-97CBB925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A9035-3BAD-45B1-B4D6-99627673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95D70-8C96-4A9C-A7AC-D3D21D7E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22EC1-BDB4-4BA0-B619-A14F0430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81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3A56B-3B6B-4BA3-AA18-0BF4A06A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81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C2DEF-83CF-400D-BE82-8CA9868E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43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E740F-9051-4103-B4D1-4C105CE9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57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+q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47AD5-2F0B-498A-8541-BC52B1FF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+q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2065E-D451-4A44-9D22-6A96C775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05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0BF4A-FBD5-419D-AF81-268D766C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5785">
            <a:off x="5154826" y="2295525"/>
            <a:ext cx="1710898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474E9-3104-44E1-BD64-53374B23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534215">
            <a:off x="3802276" y="2295525"/>
            <a:ext cx="1710898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381C5-0D3C-42CD-897A-A6F1C94F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76400"/>
            <a:ext cx="152400" cy="11811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7E6E8-1CAD-491A-8F19-0CD43D1C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95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1F3A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0B1F3A"/>
                </a:solidFill>
                <a:latin typeface="AppleGothic"/>
                <a:ea typeface="AppleGothic"/>
                <a:cs typeface="AppleGothic"/>
              </a:rPr>
              <a:t>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9c7b3e8c24933"/>
          <a:stretch xmlns:a="http://schemas.openxmlformats.org/drawingml/2006/main"/>
        </p:blipFill>
        <p:spPr>
          <a:xfrm xmlns:a="http://schemas.openxmlformats.org/drawingml/2006/main">
            <a:off x="4603844" y="5581650"/>
            <a:ext cx="2984312" cy="571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A7C4E0-CF85-417E-8AA5-F1A7C4FA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4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대칭이 먼저 · 적분은 나중</a:t>
            </a:r>
          </a:p>
        </p:txBody>
      </p:sp>
    </p:spTree>
    <p:extLst>
      <p:ext uri="{BB962C8B-B14F-4D97-AF65-F5344CB8AC3E}">
        <p14:creationId xmlns:p14="http://schemas.microsoft.com/office/powerpoint/2010/main" val="18541464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2AE7F-13E0-4F93-A332-2348A79E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2.1.4 / CONTINUOUS CHARGE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D4F18-F97B-49AB-844A-EDE515AA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점전하의 합이 전하요소의 적분으로 바뀐다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A963A-1602-40AA-A786-B06E0E79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26D30-A80D-4707-B7FA-BAEBE281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9F409-1321-4C38-B2CE-D22960F1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97836-933D-45F7-A0B6-D9110E0D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32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11784c2a14c7c"/>
          <a:stretch xmlns:a="http://schemas.openxmlformats.org/drawingml/2006/main"/>
        </p:blipFill>
        <p:spPr>
          <a:xfrm xmlns:a="http://schemas.openxmlformats.org/drawingml/2006/main">
            <a:off x="4122548" y="1581150"/>
            <a:ext cx="3946905" cy="11620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3c138e3da4abf"/>
          <a:stretch xmlns:a="http://schemas.openxmlformats.org/drawingml/2006/main"/>
        </p:blipFill>
        <p:spPr>
          <a:xfrm xmlns:a="http://schemas.openxmlformats.org/drawingml/2006/main">
            <a:off x="1425828" y="3048000"/>
            <a:ext cx="9340344" cy="914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3C940-A3C4-4C51-9159-BDAC61DA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3276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9809E-98ED-4D0D-83BB-32A66AC9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선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1aba2bb3e458c"/>
          <a:stretch xmlns:a="http://schemas.openxmlformats.org/drawingml/2006/main"/>
        </p:blipFill>
        <p:spPr>
          <a:xfrm xmlns:a="http://schemas.openxmlformats.org/drawingml/2006/main">
            <a:off x="1504950" y="4548509"/>
            <a:ext cx="2152650" cy="42798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7F5C2-79D2-4E0F-AF05-A95F9504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3276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18193-08BC-4DFE-AB8D-7D932FDD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91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면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45422751147e3"/>
          <a:stretch xmlns:a="http://schemas.openxmlformats.org/drawingml/2006/main"/>
        </p:blipFill>
        <p:spPr>
          <a:xfrm xmlns:a="http://schemas.openxmlformats.org/drawingml/2006/main">
            <a:off x="5162550" y="4554255"/>
            <a:ext cx="2152650" cy="416491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59442-BD58-4B02-BB34-1E3B1362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00550"/>
            <a:ext cx="3276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C1608-FA81-41DD-A4AE-9DBB6412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91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부피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eb80006414532"/>
          <a:stretch xmlns:a="http://schemas.openxmlformats.org/drawingml/2006/main"/>
        </p:blipFill>
        <p:spPr>
          <a:xfrm xmlns:a="http://schemas.openxmlformats.org/drawingml/2006/main">
            <a:off x="8820150" y="4554255"/>
            <a:ext cx="2152650" cy="416491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FBEEA-0A2F-4F71-86DE-32375B63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프라임은 원천좌표를 뜻하며 방향은 적분점마다 달라진다</a:t>
            </a:r>
          </a:p>
        </p:txBody>
      </p:sp>
    </p:spTree>
    <p:extLst>
      <p:ext uri="{BB962C8B-B14F-4D97-AF65-F5344CB8AC3E}">
        <p14:creationId xmlns:p14="http://schemas.microsoft.com/office/powerpoint/2010/main" val="190537773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3C0F0-F77E-427F-B67E-1F919AB5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2.1.4 / RECIPE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11E44-909D-4557-9F50-03817CB0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연속분포 전기장 적분의 여섯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96D9A-C1E0-4109-BD86-1B40B081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B428C-7796-4D38-A765-CF8A8B13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DB6E5-6863-48CE-B3E3-C5DAADC3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1B4FA-7F32-4F13-9D82-E2281B22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997FE-83D6-4F04-8E6B-95B42899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2111A-A882-4ED2-B616-F3C0F58C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335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관측점과 원천점을 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42DFB-D642-42F0-8C9A-3500DBC9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336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1F8B3-AE18-4D24-B5AB-82316A37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E88E6-001A-4848-B241-0A42A705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812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분리벡터와 그 크기를 계산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3D63D-3C03-46D4-9CC5-C2FA95F1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813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AE470-8ABD-41B5-A7B6-A919B867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047DB-1E9D-4832-BADD-CE8A0EFB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289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차원에 맞는 전하요소를 선택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997DC-BEFE-4C74-BD5D-CA9A50E7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290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04179-B5D4-4030-90CF-C907F47B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9AB3A-CDA0-4D86-B103-018A6499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766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대칭으로 사라지는 성분을 먼저 제거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A60EB-8360-4BFB-A195-A1B7BC46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767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679BA-CF2E-4E4B-B513-7E1084DF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C26BE1-5A4B-452A-BED2-8B3E5B1D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남은 성분과 적분구간을 명시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D5BD5-2FBE-49FF-84D4-00EB6E05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244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537BC-B577-468C-8E48-C242BFB1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132F3-3067-45C5-A046-FD80E4BF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720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차원·방향·먼 거리 극한으로 검산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157EE-B26F-473A-8A27-C7A852C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505BD4-138E-4AC5-865F-7822BA7A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9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단위벡터를 적분 밖으로 꺼내기 전에 방향이 일정한지 확인</a:t>
            </a:r>
          </a:p>
        </p:txBody>
      </p:sp>
    </p:spTree>
    <p:extLst>
      <p:ext uri="{BB962C8B-B14F-4D97-AF65-F5344CB8AC3E}">
        <p14:creationId xmlns:p14="http://schemas.microsoft.com/office/powerpoint/2010/main" val="208829434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D8E82-CD21-4D32-B668-6594D667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2.1.4 / FINITE 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70CA9-AAB0-4348-A4DE-B22722AE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유한 선전하: 홀함수 성분을 먼저 지운다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1DA86-2796-4B2D-84F6-2809B7A1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DF8D1-5D85-4F6E-8910-1270C3CC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5DF7E-2049-4A83-9B4E-F5D0DD5F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2BC7D-7CE2-4531-A641-FF682150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34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31b4e877541ff"/>
          <a:stretch xmlns:a="http://schemas.openxmlformats.org/drawingml/2006/main"/>
        </p:blipFill>
        <p:spPr>
          <a:xfrm xmlns:a="http://schemas.openxmlformats.org/drawingml/2006/main">
            <a:off x="3677816" y="1562100"/>
            <a:ext cx="4836367" cy="1066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62E50-4F12-48B7-99D6-01CE36B4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2563EB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41cba3ea34018"/>
          <a:stretch xmlns:a="http://schemas.openxmlformats.org/drawingml/2006/main"/>
        </p:blipFill>
        <p:spPr>
          <a:xfrm xmlns:a="http://schemas.openxmlformats.org/drawingml/2006/main">
            <a:off x="1943100" y="5098415"/>
            <a:ext cx="571500" cy="33782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a4b59b800422d"/>
          <a:stretch xmlns:a="http://schemas.openxmlformats.org/drawingml/2006/main"/>
        </p:blipFill>
        <p:spPr>
          <a:xfrm xmlns:a="http://schemas.openxmlformats.org/drawingml/2006/main">
            <a:off x="7296150" y="5098415"/>
            <a:ext cx="571500" cy="33782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59D71-C4F1-4EEC-8607-712C0318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24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f54b5892f48b9"/>
          <a:stretch xmlns:a="http://schemas.openxmlformats.org/drawingml/2006/main"/>
        </p:blipFill>
        <p:spPr>
          <a:xfrm xmlns:a="http://schemas.openxmlformats.org/drawingml/2006/main">
            <a:off x="5029200" y="2990850"/>
            <a:ext cx="1285583" cy="4191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5F703-D595-4E47-97E5-F5BDDDE4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25842">
            <a:off x="3060263" y="4152900"/>
            <a:ext cx="20519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B8903-2C7A-4B7D-BBC3-99A3C3BF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74158">
            <a:off x="4603313" y="4152900"/>
            <a:ext cx="2051925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8CEB0-F15B-4985-848A-945DB8E6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24150"/>
            <a:ext cx="152400" cy="5143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A1BD4-DED7-4C4A-8ACD-FE455A6D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수평 성분 상쇄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6FCB6-F920-463D-8830-F4FE6CD9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57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축 성분 합산</a:t>
            </a:r>
          </a:p>
        </p:txBody>
      </p:sp>
    </p:spTree>
    <p:extLst>
      <p:ext uri="{BB962C8B-B14F-4D97-AF65-F5344CB8AC3E}">
        <p14:creationId xmlns:p14="http://schemas.microsoft.com/office/powerpoint/2010/main" val="70973243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CEAA3-9661-48AC-9BA5-08CB420A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2.1.4 / LIMIT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3850D-B0B4-499A-B572-7806CED5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유한 선전하는 멀리서 점전하처럼 보인다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46266-4425-4F61-9E73-2909A575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1F8F8-378E-4D5C-AB18-EB2087E4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8430E-16F0-47A8-B92E-317A5B1F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CF5C5-17EE-4A6E-B367-05274A5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c861cb2794dad"/>
          <a:stretch xmlns:a="http://schemas.openxmlformats.org/drawingml/2006/main"/>
        </p:blipFill>
        <p:spPr>
          <a:xfrm xmlns:a="http://schemas.openxmlformats.org/drawingml/2006/main">
            <a:off x="1724834" y="1695450"/>
            <a:ext cx="8742333" cy="1314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6C211-51C2-4E1B-9A1F-C1DFF4E8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05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AF257-DBBB-4F9A-A6CC-AD8DCE96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총전하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07a047e714fde"/>
          <a:stretch xmlns:a="http://schemas.openxmlformats.org/drawingml/2006/main"/>
        </p:blipFill>
        <p:spPr>
          <a:xfrm xmlns:a="http://schemas.openxmlformats.org/drawingml/2006/main">
            <a:off x="895350" y="4362450"/>
            <a:ext cx="2123818" cy="6286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4C9FE-DD32-4C84-812D-B01B376E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5105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9EAB3-8952-4C28-B89B-9C966928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67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먼 거리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0767a3a244d07"/>
          <a:stretch xmlns:a="http://schemas.openxmlformats.org/drawingml/2006/main"/>
        </p:blipFill>
        <p:spPr>
          <a:xfrm xmlns:a="http://schemas.openxmlformats.org/drawingml/2006/main">
            <a:off x="6762750" y="4362450"/>
            <a:ext cx="2136704" cy="6286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FB4C0-DAEB-4456-AEDA-A96D5101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차원과 극한은 계산 오류를 가장 빨리 찾는다</a:t>
            </a:r>
          </a:p>
        </p:txBody>
      </p:sp>
    </p:spTree>
    <p:extLst>
      <p:ext uri="{BB962C8B-B14F-4D97-AF65-F5344CB8AC3E}">
        <p14:creationId xmlns:p14="http://schemas.microsoft.com/office/powerpoint/2010/main" val="203204233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63FA06-6968-46E0-92BD-9732945C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COMMON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3BCCC-850A-49E5-B55B-FAA2D3CB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틀리는 지점은 계산보다 표기에서 먼저 생긴다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BF581-88A9-4B93-88FC-BC71C26A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989EC-EE54-458F-BEAA-1612CB57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CE0C0-AD66-4E7F-B210-D0AD0E0E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9C810-D3E5-4410-8725-049B05E5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28D90-894A-46C2-816D-7B94BEB0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94485-C722-4725-BF2D-3C62A80F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14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두 거리의 혼동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AB51F-CA14-43EA-8D73-80C8044B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526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원점 기준과 원천-관측점 기준을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256E8-1B08-4F67-BE6F-908930DD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24100"/>
            <a:ext cx="967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0B355-57CE-489E-B5A2-00069537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7F3D7-2413-4E38-BF03-095B54BD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05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단위벡터 고정 가정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7BD59-E8BC-4082-BEE2-4AE5427F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곡선좌표 기저는 위치에 따라 변함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934C4-C7D4-41AF-ABF9-2270B6ED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14700"/>
            <a:ext cx="967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F7CBE-AA4D-4002-A20D-BC699857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EE93F-0E5B-4BB4-B50E-ACFA95A5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Jacobian 누락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4908F-FF3E-4E1F-B75A-BA64CF95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체적요소의 기하 인자를 포함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ECBA3-B62A-47CF-A269-3016D84B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67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A31B0-C6F6-4AFA-9990-444ED806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F8B9E-A5D2-4019-85A3-86A3D9E7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대칭 성분 미제거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FB698-EB29-40C4-8363-497CF2B0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244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적분 전에 홀함수·축대칭 검사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7A5B3F-94E3-416F-B03D-E6E574CB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풀이 첫 줄에 좌표·원천·관측점·적분측도를 선언</a:t>
            </a:r>
          </a:p>
        </p:txBody>
      </p:sp>
    </p:spTree>
    <p:extLst>
      <p:ext uri="{BB962C8B-B14F-4D97-AF65-F5344CB8AC3E}">
        <p14:creationId xmlns:p14="http://schemas.microsoft.com/office/powerpoint/2010/main" val="211643298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79642A-45F9-4A62-903D-FD1A6E38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D7968-55F5-444D-8136-5597D5E9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수학의 세 도구가 전기장 한 식으로 모인다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35821-89E0-4FAB-BAF4-5E40F5E2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CDA3D-0352-478A-AD99-85E50149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BB35E-A276-451A-9467-CA189C60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8827E-C039-4531-B954-D68CCC63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0D1A4-F157-4DE5-9C0E-812A4D75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5146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89ABA-1689-4AFE-86E8-D4C15FAA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11375-4E58-44BF-B330-9219E4C3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곡선좌표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768BF-BE24-4AD2-9CEB-0074BADB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체적요소와 대칭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701D4-1E38-4A5D-9925-78B4F131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05113"/>
            <a:ext cx="1714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E5EA4-93C5-4BF4-BD11-AC198B5F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25146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CBEE7-45A1-40A1-ADE7-FCAE1797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205EC-F323-4582-9F29-3C89F76D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05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델타함수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A4DB6-7AF1-4AC6-B004-C9916BB4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575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점전하 밀도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BCB3A-814D-4EBF-BD2D-3FB42C3B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05113"/>
            <a:ext cx="1714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A3125-B62F-4EC9-8149-8E302C94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5146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3C970-7A2F-4521-8771-4BBBBD7A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E57BF-C811-40D1-A425-44DCDAD2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Helmholtz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28128-0EE0-4102-BFD6-4EC8E803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발산과 회전으로 장 구조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EB119-D5E6-4395-8C51-F795E147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05113"/>
            <a:ext cx="17145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30261-2149-495E-A630-45DBBE80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62150"/>
            <a:ext cx="25146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3DFE06-DA63-42D5-B0D1-61D39FB0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0D2AB-E491-4EA6-A093-79361692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05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중첩원리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3D47B9-C6A3-4774-B653-E23534B4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575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기여를 합과 적분으로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6f34090e44747"/>
          <a:stretch xmlns:a="http://schemas.openxmlformats.org/drawingml/2006/main"/>
        </p:blipFill>
        <p:spPr>
          <a:xfrm xmlns:a="http://schemas.openxmlformats.org/drawingml/2006/main">
            <a:off x="4413713" y="4248150"/>
            <a:ext cx="3364574" cy="9906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D4C98E-E6F3-4EDA-A23D-D4A9C6AF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좌표를 고르고 · 원천을 표현하고 · 벡터를 합한다</a:t>
            </a:r>
          </a:p>
        </p:txBody>
      </p:sp>
    </p:spTree>
    <p:extLst>
      <p:ext uri="{BB962C8B-B14F-4D97-AF65-F5344CB8AC3E}">
        <p14:creationId xmlns:p14="http://schemas.microsoft.com/office/powerpoint/2010/main" val="189840202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F1F371-3CE8-4ED9-B278-73CF31FD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CHECKPOINT / 90 SEC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01496-BE26-4DC1-A63C-DF8C20CB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계산 전에 적을 다섯 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5525E-1F06-408C-8B35-A5117431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3BB24-BBB3-47F5-9B61-83B3D353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4ADCA-CC03-453A-9399-1A5F2B98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FA3D7-EE1E-4CC0-9ACA-2429BAE3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F77A7-F615-48EC-A0BC-3FF0A0B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8DCDE-AFC2-4BD6-AD7E-9E64439B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대칭에 맞는 좌표계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89B7B-FA55-4BD7-A569-01E5F52F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050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DEB76-1685-4332-994A-F5785910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7FCD7-A157-47DF-84D1-AD45A003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고정된 관측점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1A35B-1153-4A44-9810-C8CA9FB8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480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7987C-D714-4B2E-836C-DE09F16A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A751-7CD4-4734-B8B7-DD94717D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움직이는 원천점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726CA-8B46-4145-89FB-0B9FDB87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909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11285-083A-4B52-9B4C-1982B64E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7A220-6123-4E17-B67E-D498334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386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미소요소와 Jacobian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36E94-A2D8-41DA-8AF7-C3776EBB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339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B642A-4269-4DD8-9D84-1DDA7470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9B241-80EB-46C0-BF7C-8EDF60C5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815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남는 장 성분과 방향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E03025-0259-49E7-B1B0-8E8703CA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BBDB76-8823-4B1D-BAEE-82EB0C3F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이 다섯 줄이 적분식보다 먼저</a:t>
            </a:r>
          </a:p>
        </p:txBody>
      </p:sp>
    </p:spTree>
    <p:extLst>
      <p:ext uri="{BB962C8B-B14F-4D97-AF65-F5344CB8AC3E}">
        <p14:creationId xmlns:p14="http://schemas.microsoft.com/office/powerpoint/2010/main" val="45044151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F7311E-DE36-40D2-9B7C-364A9F0A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9.21 / 180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3F357-063E-4925-8F6C-AA456CE9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번의 30분 문제풀이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3BCB0-C949-4130-B6E2-994CD391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C724B-B995-4C25-A6AF-CFB4AAD3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3E0AB-3E49-4855-A944-9FAE73AA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9ACA1-A23F-4398-93F3-F7DFAEAD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EA336-6D66-4F81-9BA1-EDA7CC07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00:00–01:15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ACA40-587B-45F0-BF82-9527F114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5260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ECC5A-3691-41BA-8502-533EA637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859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출발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2B19B-64B4-4337-9B2A-DF8E32ED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FAE86-7F2A-475A-AE1F-C6028295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5260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AE5B6-5274-4A68-82CA-74680CC6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859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SET 01 · 곡선좌표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BA659-6BB4-47FC-B523-231BEDEA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317C8-F299-40B2-8ABA-2613227A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526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5156F-BD3A-450B-A9F1-1EBD8A15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859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해설 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643CD-217B-487F-9B01-FF4F3632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F12E1-0743-4A25-83A9-60C64F7E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5260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2F674-4690-4498-986E-860DCB48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859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휴식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289284-39F5-4B13-AF2A-BD4B8127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CFCB8E-75A0-4F4D-BFF2-2EC86AD6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01:15–02:15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23BA8-95EA-4EC4-B659-5891B048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7180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3236A-9DDB-4230-B96A-9F8298AC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051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SET 02 · 델타함수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EEE02-5A56-40C7-AFDF-AAABABE2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1E1EF-3FF3-48A8-A09A-0E5E8662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718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2E8A9-8230-470C-AEDC-89B92026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051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해설 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94D2BC-BD79-4E83-A811-E85C6BC4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A92B56-59D6-4699-B024-775DAF9C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DC2D30-8E82-4B04-8DA5-DB771378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051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휴식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F9C202-004F-446F-96AF-0A5A7C6D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CD8B73-43AA-44A4-A4B0-6AC90636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02:15–03:00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FC2B94-A1A2-4D2B-9125-69CEBCAE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581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6C2FD7-B36F-4E55-9AA6-9559E15B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243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SET 03 · 전기장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7247BE-BF6A-4CA1-BDC7-2E5C6AF1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24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536C73-189C-46DB-B751-148D84AE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D9BE04-4C49-438C-89C5-914CE8F1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243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해설 03 · 검산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E0E087-2462-4EEF-9781-ED8158D8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324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EE2C85-6D95-4438-A8B7-D5B2CD03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150A76-7723-4CDE-B5D4-8B00BB76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문제풀이 90분 · 해설 55분 · 도입/휴식 35분 = 180분</a:t>
            </a:r>
          </a:p>
        </p:txBody>
      </p:sp>
    </p:spTree>
    <p:extLst>
      <p:ext uri="{BB962C8B-B14F-4D97-AF65-F5344CB8AC3E}">
        <p14:creationId xmlns:p14="http://schemas.microsoft.com/office/powerpoint/2010/main" val="29028606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F86C4-53E1-484E-B27A-D7C274CC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SET 01 / 30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7168D-2567-4AF9-B5C4-479B68A2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곡선좌표계: scale factor까지 보이는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10993-7867-4C03-8058-F6A8F656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15954-8122-44EF-84CF-5BCBAB3C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47998-1C5F-4C40-95AE-4920A946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25638-FC67-4324-A6AD-4E705BEE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FE204-D1D3-4260-ADA6-34EC580E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A · 구면좌표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18d889fad4616"/>
          <a:stretch xmlns:a="http://schemas.openxmlformats.org/drawingml/2006/main"/>
        </p:blipFill>
        <p:spPr>
          <a:xfrm xmlns:a="http://schemas.openxmlformats.org/drawingml/2006/main">
            <a:off x="609600" y="2060877"/>
            <a:ext cx="4953000" cy="64074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8F66A-B116-4348-AACA-B1D3042F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그래디언트와 라플라시안을 구한 뒤 직교좌표 결과로 검산하라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2EDD7-6EFB-4D28-AED5-6B37B88D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FDD74-5A9A-4215-82B2-32B73E92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B · 원통좌표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a85923b324f2c"/>
          <a:stretch xmlns:a="http://schemas.openxmlformats.org/drawingml/2006/main"/>
        </p:blipFill>
        <p:spPr>
          <a:xfrm xmlns:a="http://schemas.openxmlformats.org/drawingml/2006/main">
            <a:off x="6477000" y="2230129"/>
            <a:ext cx="5105400" cy="454641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129AA-29D8-4E1B-BB86-BBD98B44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510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발산과 회전을 구하고 방위각 항의 스케일 인자를 설명하라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0F72C-F5B6-4227-A0F2-F42858F2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4CD47-7F4C-4F90-B289-3A81C5F8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제출  미분식 + scale factor 표시 + 직교좌표 검산</a:t>
            </a:r>
          </a:p>
        </p:txBody>
      </p:sp>
    </p:spTree>
    <p:extLst>
      <p:ext uri="{BB962C8B-B14F-4D97-AF65-F5344CB8AC3E}">
        <p14:creationId xmlns:p14="http://schemas.microsoft.com/office/powerpoint/2010/main" val="182046612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A7AE3-C62B-4B9C-B6D1-A735E1E8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SET 01 /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7EBD2-B9A2-47A2-ACE5-D6A12D88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풀이 공개 · 곡선좌표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FE557-D788-4489-A8D0-54B1A3A3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9EA6C-7573-4267-B9DA-B1EB7452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CCEE2-F33D-4A4A-BDAC-1076EEAE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CA412-C189-45FF-BD2C-B7961595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41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936d6ff00474f"/>
          <a:stretch xmlns:a="http://schemas.openxmlformats.org/drawingml/2006/main"/>
        </p:blipFill>
        <p:spPr>
          <a:xfrm xmlns:a="http://schemas.openxmlformats.org/drawingml/2006/main">
            <a:off x="609600" y="2220056"/>
            <a:ext cx="10972800" cy="133203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627C4-1816-410B-9A4A-E522E814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9A979-2262-4F44-8D8E-C4CDAF7E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검산 1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c1737cc784e62"/>
          <a:stretch xmlns:a="http://schemas.openxmlformats.org/drawingml/2006/main"/>
        </p:blipFill>
        <p:spPr>
          <a:xfrm xmlns:a="http://schemas.openxmlformats.org/drawingml/2006/main">
            <a:off x="2095500" y="4803425"/>
            <a:ext cx="3619500" cy="39440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7383D-8550-44C8-9AAD-9DAD839A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768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검산 2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d98d9c2a54222"/>
          <a:stretch xmlns:a="http://schemas.openxmlformats.org/drawingml/2006/main"/>
        </p:blipFill>
        <p:spPr>
          <a:xfrm xmlns:a="http://schemas.openxmlformats.org/drawingml/2006/main">
            <a:off x="7524750" y="4800058"/>
            <a:ext cx="3333750" cy="40113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DD779-780A-4DDE-A145-FBF58C7C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좌표 표현이 달라도 스칼라·벡터 결과는 일관</a:t>
            </a:r>
          </a:p>
        </p:txBody>
      </p:sp>
    </p:spTree>
    <p:extLst>
      <p:ext uri="{BB962C8B-B14F-4D97-AF65-F5344CB8AC3E}">
        <p14:creationId xmlns:p14="http://schemas.microsoft.com/office/powerpoint/2010/main" val="137052296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BA1EA-CD9B-4740-84D8-8D502DCC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SET 02 / 30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93D3A-4E83-4712-A34D-1CC5006A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델타함수: 선택·정규화·특이점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8A416-FA6F-477B-9ACB-23AD482C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96603-BF06-4C22-89C7-0341D3D7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B57DE-47F1-4958-A63D-1F2EB525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3A6EA-B36E-424D-887A-01591584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42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4e3a07f99431a"/>
          <a:stretch xmlns:a="http://schemas.openxmlformats.org/drawingml/2006/main"/>
        </p:blipFill>
        <p:spPr>
          <a:xfrm xmlns:a="http://schemas.openxmlformats.org/drawingml/2006/main">
            <a:off x="1267569" y="1600200"/>
            <a:ext cx="9656863" cy="1009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1F9B6-D8DB-4253-B7F7-DFE7692B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E12E7-981E-46C3-99FE-5DC7B171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67050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두 적분을 계산하고 변수변환의 Jacobian을 표시하라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49EC3-6BF0-4EB1-9700-D315A835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004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52BB2-1ACB-470F-A76F-F352FB3B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ABE0A-33EF-4759-9B4C-EA8599B9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48100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주어진 구면껍질의 전하밀도를 델타함수로 표현하라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269B9-F1BF-4BB6-8548-E08A0D42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815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D3918-7C47-49FD-8074-BDAA5FEB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F0BF2-EF81-45F2-8E52-40BA32C7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29150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구면 플럭스로 특이 발산의 분포 의미를 설명하라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FE578-3BC9-4E9F-8298-896FBF8E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19030-E482-4881-84A9-AC96BD86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제출  적분구간 확인 + 정규화 검산 + 원점의 역할</a:t>
            </a:r>
          </a:p>
        </p:txBody>
      </p:sp>
    </p:spTree>
    <p:extLst>
      <p:ext uri="{BB962C8B-B14F-4D97-AF65-F5344CB8AC3E}">
        <p14:creationId xmlns:p14="http://schemas.microsoft.com/office/powerpoint/2010/main" val="98138343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E5CBF2-63E1-4282-9AA7-1C71228B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SET 02 /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60DE8-CB7E-4809-B05F-B8EA8E4C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풀이 공개 · 델타함수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D9D49-814E-4E12-B06B-260975FA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8D0C7-9EF0-473C-A6A8-ECC955C0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80090-2DF1-44A7-85C5-9CF743B4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12F17-00C9-4157-9481-793D7C4C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43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d6427fd4448b9"/>
          <a:stretch xmlns:a="http://schemas.openxmlformats.org/drawingml/2006/main"/>
        </p:blipFill>
        <p:spPr>
          <a:xfrm xmlns:a="http://schemas.openxmlformats.org/drawingml/2006/main">
            <a:off x="609600" y="2054240"/>
            <a:ext cx="10972800" cy="97787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B7FD2-F3DE-4929-B475-B430C6A2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적분 1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ec918bec5483e"/>
          <a:stretch xmlns:a="http://schemas.openxmlformats.org/drawingml/2006/main"/>
        </p:blipFill>
        <p:spPr>
          <a:xfrm xmlns:a="http://schemas.openxmlformats.org/drawingml/2006/main">
            <a:off x="1866900" y="3867150"/>
            <a:ext cx="3993647" cy="590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A5F8D-8BB7-4B11-AE0B-33BF1645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적분 2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f147a87a4430b"/>
          <a:stretch xmlns:a="http://schemas.openxmlformats.org/drawingml/2006/main"/>
        </p:blipFill>
        <p:spPr>
          <a:xfrm xmlns:a="http://schemas.openxmlformats.org/drawingml/2006/main">
            <a:off x="1866900" y="4657920"/>
            <a:ext cx="4095750" cy="34251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1EE64-6E27-45F3-BF09-16D0A47F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shell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cade289d54fba"/>
          <a:stretch xmlns:a="http://schemas.openxmlformats.org/drawingml/2006/main"/>
        </p:blipFill>
        <p:spPr>
          <a:xfrm xmlns:a="http://schemas.openxmlformats.org/drawingml/2006/main">
            <a:off x="7810500" y="3867150"/>
            <a:ext cx="1256914" cy="5905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4EDC3-D5BD-433E-A389-1B809BBA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origin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89bf3827c4395"/>
          <a:stretch xmlns:a="http://schemas.openxmlformats.org/drawingml/2006/main"/>
        </p:blipFill>
        <p:spPr>
          <a:xfrm xmlns:a="http://schemas.openxmlformats.org/drawingml/2006/main">
            <a:off x="7810500" y="4533900"/>
            <a:ext cx="1842694" cy="5905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B28FB-E0A6-4BFF-9F2C-6C3320FA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모든 결과는 정규화된 총량을 보존</a:t>
            </a:r>
          </a:p>
        </p:txBody>
      </p:sp>
    </p:spTree>
    <p:extLst>
      <p:ext uri="{BB962C8B-B14F-4D97-AF65-F5344CB8AC3E}">
        <p14:creationId xmlns:p14="http://schemas.microsoft.com/office/powerpoint/2010/main" val="50971492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3A346-5B75-4368-B0FC-7C34AB75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SET 03 / 30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58BE0-73A0-4E37-BFD8-DDAA8A45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전기장: 대칭·중첩·연속분포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A2F8A-24A7-45D3-A1C4-56B0CBFA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BFD32-34CC-4928-BCBA-75D37FC4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2C929-0C20-406F-88C7-414D286F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07A2A-9018-4C4B-96EF-886F74F0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0F6F8-BFB0-4152-9D10-B2312F24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2766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AA84B-A6B5-4C73-8CDD-5427FEF6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A · 정다각형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423DD-2E10-4DA6-9D1C-58EB9E27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892087bb74423"/>
          <a:stretch xmlns:a="http://schemas.openxmlformats.org/drawingml/2006/main"/>
        </p:blipFill>
        <p:spPr>
          <a:xfrm xmlns:a="http://schemas.openxmlformats.org/drawingml/2006/main">
            <a:off x="1040874" y="2838450"/>
            <a:ext cx="2414051" cy="819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10F4D-BD6F-4A44-B7B8-48A56DCE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꼭짓점 전하를 제거한 뒤 중심 전기장과 시험전하의 힘을 구하라.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1D58E-AEEE-4F02-A48D-D6BDF3C0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32766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03C6C-7193-449A-8A20-E20756C1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B · 유한 선전하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B1ABB-46B2-4C93-B475-EB32E7D4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9850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ad4ec66a943cb"/>
          <a:stretch xmlns:a="http://schemas.openxmlformats.org/drawingml/2006/main"/>
        </p:blipFill>
        <p:spPr>
          <a:xfrm xmlns:a="http://schemas.openxmlformats.org/drawingml/2006/main">
            <a:off x="4495800" y="2940543"/>
            <a:ext cx="2819400" cy="614963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8D0EC-2371-4552-B37E-4826B8E6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축상 전기장을 적분하고 먼 거리 극한을 확인하라.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001DF-D1F3-4DB7-B5B8-7C71E302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32766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92C8B-2C2F-400D-BE92-3E7A0D4B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81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C · 원형 고리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600BE-8AA1-483D-829C-14B1A5D5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414e2ebab4b93"/>
          <a:stretch xmlns:a="http://schemas.openxmlformats.org/drawingml/2006/main"/>
        </p:blipFill>
        <p:spPr>
          <a:xfrm xmlns:a="http://schemas.openxmlformats.org/drawingml/2006/main">
            <a:off x="8200066" y="2838450"/>
            <a:ext cx="2726067" cy="8191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6047C4-478D-4956-8362-1746125A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축상 전기장을 적분하고 먼 거리 극한을 확인하라.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39041-8C47-49B9-9651-E12AA9AA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제출  방향 그림 + 적분식 + 먼 거리 극한</a:t>
            </a:r>
          </a:p>
        </p:txBody>
      </p:sp>
    </p:spTree>
    <p:extLst>
      <p:ext uri="{BB962C8B-B14F-4D97-AF65-F5344CB8AC3E}">
        <p14:creationId xmlns:p14="http://schemas.microsoft.com/office/powerpoint/2010/main" val="147444247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810C9-185C-47C8-83EB-BE3F66FD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SET 03 /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AD56C-CFD5-4499-B3DA-458E58FC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풀이 공개 · 전기장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A3FF7-D990-4EBB-BA21-0B531B06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88EB6-4D5D-4A48-BAEE-524D6745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 → ELECTROSTATICS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7E558-0ABD-47B5-AD38-29364F0D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03EFA-CAE3-4631-81DC-17750AC0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1BBE9-E5D7-4AC6-9B02-4EFA1AD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A · 제거된 한 전하의 반대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312d766d64523"/>
          <a:stretch xmlns:a="http://schemas.openxmlformats.org/drawingml/2006/main"/>
        </p:blipFill>
        <p:spPr>
          <a:xfrm xmlns:a="http://schemas.openxmlformats.org/drawingml/2006/main">
            <a:off x="3473109" y="1943100"/>
            <a:ext cx="5245782" cy="838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77BA6-14C2-4791-9590-F122D46C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40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D51DD-596D-403B-B426-B973A285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B · 유한 선전하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112376f4e48cd"/>
          <a:stretch xmlns:a="http://schemas.openxmlformats.org/drawingml/2006/main"/>
        </p:blipFill>
        <p:spPr>
          <a:xfrm xmlns:a="http://schemas.openxmlformats.org/drawingml/2006/main">
            <a:off x="4474953" y="3695700"/>
            <a:ext cx="3242094" cy="781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0B679-45A1-4FB7-BB5C-029BF5ED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C · 원형 고리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2a030133441f2"/>
          <a:stretch xmlns:a="http://schemas.openxmlformats.org/drawingml/2006/main"/>
        </p:blipFill>
        <p:spPr>
          <a:xfrm xmlns:a="http://schemas.openxmlformats.org/drawingml/2006/main">
            <a:off x="4543985" y="5143500"/>
            <a:ext cx="3104029" cy="7239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77F7D-7C01-4C1A-8483-8EB86CAD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두 연속분포 모두 먼 거리에서 점전하장으로 수렴</a:t>
            </a:r>
          </a:p>
        </p:txBody>
      </p:sp>
    </p:spTree>
    <p:extLst>
      <p:ext uri="{BB962C8B-B14F-4D97-AF65-F5344CB8AC3E}">
        <p14:creationId xmlns:p14="http://schemas.microsoft.com/office/powerpoint/2010/main" val="141497733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E1C40-2CE5-409D-96C4-52EB4000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D646A-3B36-44EA-A3EF-4FE47F34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03 / 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0E789-4BF9-438C-BD33-B22851E3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좌표를 고르면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C04F9-A1B3-4EC5-8D2D-8B9DEC32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원천과 장이 보인다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768F7-106D-4FC2-AE06-E79C8E53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EF08B-4C9D-46C0-9021-FC388618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기하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CA474-CEBC-4078-AC1E-E3030385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052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구면·원통좌표와 Jacobian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1934F-909B-474B-88DF-78FB0606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특이점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22B82-7C2A-43F6-B867-0C507206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720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정규화와 총량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98CB8-7062-4C17-8F58-9EC6CD89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물리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FD57A-8C8C-483A-A47C-F05EF85F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387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쿨롱법칙·중첩·연속분포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AFF68-F0D9-4B8C-8652-B556CF23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105400"/>
            <a:ext cx="781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34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04731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2026-09-17T00:56:16.6430000Z</dcterms:created>
  <dcterms:modified xsi:type="dcterms:W3CDTF">2026-09-17T00:56:16.6430000Z</dcterms:modified>
</coreProperties>
</file>